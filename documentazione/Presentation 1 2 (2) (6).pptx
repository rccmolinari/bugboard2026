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7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2" r:id="rId15"/>
    <p:sldId id="303" r:id="rId16"/>
    <p:sldId id="304" r:id="rId17"/>
    <p:sldId id="271" r:id="rId18"/>
    <p:sldId id="272" r:id="rId19"/>
    <p:sldId id="273" r:id="rId20"/>
    <p:sldId id="274" r:id="rId21"/>
    <p:sldId id="305" r:id="rId22"/>
    <p:sldId id="275" r:id="rId23"/>
    <p:sldId id="300" r:id="rId24"/>
    <p:sldId id="301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Relationship Id="rId4" Type="http://schemas.openxmlformats.org/officeDocument/2006/relationships/image" Target="../media/image30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66E0BB-B7E4-418E-B005-D8CA29754B4F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667541C-9ACA-4949-A085-10DDC27B376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Il problema:</a:t>
          </a:r>
          <a:r>
            <a:rPr lang="it-IT" b="0" i="0"/>
            <a:t> tracciare le segnalazioni software di un’organizzazione con stati, responsabilità e scadenze espliciti</a:t>
          </a:r>
          <a:endParaRPr lang="en-US"/>
        </a:p>
      </dgm:t>
    </dgm:pt>
    <dgm:pt modelId="{0F903CFB-24E4-45DC-8732-EDA02EE58B93}" type="parTrans" cxnId="{4C8F9287-F6D3-4261-8547-3149011E9362}">
      <dgm:prSet/>
      <dgm:spPr/>
      <dgm:t>
        <a:bodyPr/>
        <a:lstStyle/>
        <a:p>
          <a:endParaRPr lang="en-US"/>
        </a:p>
      </dgm:t>
    </dgm:pt>
    <dgm:pt modelId="{AA49D0F0-8E4A-4AB5-9D69-2F2383D0C0A4}" type="sibTrans" cxnId="{4C8F9287-F6D3-4261-8547-3149011E9362}">
      <dgm:prSet/>
      <dgm:spPr/>
      <dgm:t>
        <a:bodyPr/>
        <a:lstStyle/>
        <a:p>
          <a:endParaRPr lang="en-US"/>
        </a:p>
      </dgm:t>
    </dgm:pt>
    <dgm:pt modelId="{0E73382E-0BDE-43C4-BC9E-093D7A4F421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Issue di 4 tipi: </a:t>
          </a:r>
          <a:r>
            <a:rPr lang="it-IT" b="1" i="0"/>
            <a:t>bug, feature, question, documentation</a:t>
          </a:r>
          <a:endParaRPr lang="en-US"/>
        </a:p>
      </dgm:t>
    </dgm:pt>
    <dgm:pt modelId="{30349D9A-99FC-4EA3-A8C9-46C41338C39D}" type="parTrans" cxnId="{1DEC2A9A-3768-4809-86F2-0FDCE1EFAEA9}">
      <dgm:prSet/>
      <dgm:spPr/>
      <dgm:t>
        <a:bodyPr/>
        <a:lstStyle/>
        <a:p>
          <a:endParaRPr lang="en-US"/>
        </a:p>
      </dgm:t>
    </dgm:pt>
    <dgm:pt modelId="{E1942C57-6A81-41F7-8CF4-8912E2CB1BEA}" type="sibTrans" cxnId="{1DEC2A9A-3768-4809-86F2-0FDCE1EFAEA9}">
      <dgm:prSet/>
      <dgm:spPr/>
      <dgm:t>
        <a:bodyPr/>
        <a:lstStyle/>
        <a:p>
          <a:endParaRPr lang="en-US"/>
        </a:p>
      </dgm:t>
    </dgm:pt>
    <dgm:pt modelId="{C436FBEC-15C5-4DAF-AD26-B9671E29C7D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3 ruoli con permessi distinti:</a:t>
          </a:r>
          <a:endParaRPr lang="en-US"/>
        </a:p>
      </dgm:t>
    </dgm:pt>
    <dgm:pt modelId="{0AF74DA5-3300-4B4C-86B1-CC9378BCD294}" type="parTrans" cxnId="{BF4B26CF-9E9D-4F58-9511-DA848326646C}">
      <dgm:prSet/>
      <dgm:spPr/>
      <dgm:t>
        <a:bodyPr/>
        <a:lstStyle/>
        <a:p>
          <a:endParaRPr lang="en-US"/>
        </a:p>
      </dgm:t>
    </dgm:pt>
    <dgm:pt modelId="{0F597409-4922-47ED-84F4-0A25220A6FFC}" type="sibTrans" cxnId="{BF4B26CF-9E9D-4F58-9511-DA848326646C}">
      <dgm:prSet/>
      <dgm:spPr/>
      <dgm:t>
        <a:bodyPr/>
        <a:lstStyle/>
        <a:p>
          <a:endParaRPr lang="en-US"/>
        </a:p>
      </dgm:t>
    </dgm:pt>
    <dgm:pt modelId="{02EDEC9C-4216-4C50-BA5D-B2072A01915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Admin</a:t>
          </a:r>
          <a:r>
            <a:rPr lang="it-IT" b="0" i="0"/>
            <a:t> — gestisce utenti, assegna, chiude</a:t>
          </a:r>
          <a:endParaRPr lang="en-US"/>
        </a:p>
      </dgm:t>
    </dgm:pt>
    <dgm:pt modelId="{61C529E5-7F1F-43ED-9FF9-D7464CC23F02}" type="parTrans" cxnId="{3B185AD2-F5D4-460E-838F-F1B016ED6733}">
      <dgm:prSet/>
      <dgm:spPr/>
      <dgm:t>
        <a:bodyPr/>
        <a:lstStyle/>
        <a:p>
          <a:endParaRPr lang="en-US"/>
        </a:p>
      </dgm:t>
    </dgm:pt>
    <dgm:pt modelId="{5F192D88-95BA-49D9-AE97-CFB249B30132}" type="sibTrans" cxnId="{3B185AD2-F5D4-460E-838F-F1B016ED6733}">
      <dgm:prSet/>
      <dgm:spPr/>
      <dgm:t>
        <a:bodyPr/>
        <a:lstStyle/>
        <a:p>
          <a:endParaRPr lang="en-US"/>
        </a:p>
      </dgm:t>
    </dgm:pt>
    <dgm:pt modelId="{EECA4312-87D3-433C-9A1D-4EEC8098CFA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User</a:t>
          </a:r>
          <a:r>
            <a:rPr lang="it-IT" b="0" i="0"/>
            <a:t> — crea, risolve, commenta</a:t>
          </a:r>
          <a:endParaRPr lang="en-US"/>
        </a:p>
      </dgm:t>
    </dgm:pt>
    <dgm:pt modelId="{184CC7A8-F8B5-42CE-BD83-9C516AB49DB9}" type="parTrans" cxnId="{798C55BC-E28F-4FC6-BFB9-86C86FD7B16A}">
      <dgm:prSet/>
      <dgm:spPr/>
      <dgm:t>
        <a:bodyPr/>
        <a:lstStyle/>
        <a:p>
          <a:endParaRPr lang="en-US"/>
        </a:p>
      </dgm:t>
    </dgm:pt>
    <dgm:pt modelId="{E9DFC801-7120-45E2-B611-00F7EB988CD0}" type="sibTrans" cxnId="{798C55BC-E28F-4FC6-BFB9-86C86FD7B16A}">
      <dgm:prSet/>
      <dgm:spPr/>
      <dgm:t>
        <a:bodyPr/>
        <a:lstStyle/>
        <a:p>
          <a:endParaRPr lang="en-US"/>
        </a:p>
      </dgm:t>
    </dgm:pt>
    <dgm:pt modelId="{0DA3A440-6DA9-498A-AEAD-11F8B1A5DD1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Readonly</a:t>
          </a:r>
          <a:r>
            <a:rPr lang="it-IT" b="0" i="0"/>
            <a:t> — consulta i soli bug</a:t>
          </a:r>
          <a:endParaRPr lang="en-US"/>
        </a:p>
      </dgm:t>
    </dgm:pt>
    <dgm:pt modelId="{07C13277-236F-413A-B74E-52FA6602FF5B}" type="parTrans" cxnId="{D61EEC8B-7708-4377-A2AF-90526C374216}">
      <dgm:prSet/>
      <dgm:spPr/>
      <dgm:t>
        <a:bodyPr/>
        <a:lstStyle/>
        <a:p>
          <a:endParaRPr lang="en-US"/>
        </a:p>
      </dgm:t>
    </dgm:pt>
    <dgm:pt modelId="{8898662B-8A69-4CDA-9F5C-7344F27B7546}" type="sibTrans" cxnId="{D61EEC8B-7708-4377-A2AF-90526C374216}">
      <dgm:prSet/>
      <dgm:spPr/>
      <dgm:t>
        <a:bodyPr/>
        <a:lstStyle/>
        <a:p>
          <a:endParaRPr lang="en-US"/>
        </a:p>
      </dgm:t>
    </dgm:pt>
    <dgm:pt modelId="{D81CD84A-82D0-47A4-95DA-2A6C20CE7D6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Ciclo di vita esplicito: </a:t>
          </a:r>
          <a:r>
            <a:rPr lang="it-IT" b="1" i="0"/>
            <a:t>TODO → IN_PROGRESS → DONE / EXPIRED / CLOSED</a:t>
          </a:r>
          <a:endParaRPr lang="en-US"/>
        </a:p>
      </dgm:t>
    </dgm:pt>
    <dgm:pt modelId="{830E3904-C606-4702-9690-701969741001}" type="parTrans" cxnId="{49FACD95-6411-4B1A-95E4-D5D844E737C5}">
      <dgm:prSet/>
      <dgm:spPr/>
      <dgm:t>
        <a:bodyPr/>
        <a:lstStyle/>
        <a:p>
          <a:endParaRPr lang="en-US"/>
        </a:p>
      </dgm:t>
    </dgm:pt>
    <dgm:pt modelId="{271A1191-8105-44E3-910D-DF1FD42374F6}" type="sibTrans" cxnId="{49FACD95-6411-4B1A-95E4-D5D844E737C5}">
      <dgm:prSet/>
      <dgm:spPr/>
      <dgm:t>
        <a:bodyPr/>
        <a:lstStyle/>
        <a:p>
          <a:endParaRPr lang="en-US"/>
        </a:p>
      </dgm:t>
    </dgm:pt>
    <dgm:pt modelId="{F24E95AF-AA14-41B8-8A99-0D562D7062B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/>
            <a:t>Ogni assegnazione genera una </a:t>
          </a:r>
          <a:r>
            <a:rPr lang="it-IT" b="1" i="0"/>
            <a:t>notifica</a:t>
          </a:r>
          <a:r>
            <a:rPr lang="it-IT" b="0" i="0"/>
            <a:t> al destinatario</a:t>
          </a:r>
          <a:endParaRPr lang="en-US"/>
        </a:p>
      </dgm:t>
    </dgm:pt>
    <dgm:pt modelId="{3F35D604-8C8D-4159-9B9A-70A1DA37CEA8}" type="parTrans" cxnId="{FE6F816D-83B2-414F-A9F3-E731E24BF6CB}">
      <dgm:prSet/>
      <dgm:spPr/>
      <dgm:t>
        <a:bodyPr/>
        <a:lstStyle/>
        <a:p>
          <a:endParaRPr lang="en-US"/>
        </a:p>
      </dgm:t>
    </dgm:pt>
    <dgm:pt modelId="{91FD8370-BFF8-4E37-8F45-F49B60C8C0E6}" type="sibTrans" cxnId="{FE6F816D-83B2-414F-A9F3-E731E24BF6CB}">
      <dgm:prSet/>
      <dgm:spPr/>
      <dgm:t>
        <a:bodyPr/>
        <a:lstStyle/>
        <a:p>
          <a:endParaRPr lang="en-US"/>
        </a:p>
      </dgm:t>
    </dgm:pt>
    <dgm:pt modelId="{CFCBC336-D9B0-42E4-8E30-2A61FBAACF04}" type="pres">
      <dgm:prSet presAssocID="{1466E0BB-B7E4-418E-B005-D8CA29754B4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BF1D4E-E86B-42D1-802E-944AF1C12B06}" type="pres">
      <dgm:prSet presAssocID="{D667541C-9ACA-4949-A085-10DDC27B3769}" presName="root" presStyleCnt="0"/>
      <dgm:spPr/>
    </dgm:pt>
    <dgm:pt modelId="{159ED63D-CA7C-4E4D-9FAA-267AF81EFC81}" type="pres">
      <dgm:prSet presAssocID="{D667541C-9ACA-4949-A085-10DDC27B3769}" presName="rootComposite" presStyleCnt="0"/>
      <dgm:spPr/>
    </dgm:pt>
    <dgm:pt modelId="{C3D668A6-6853-4063-B934-D60D2D02ECED}" type="pres">
      <dgm:prSet presAssocID="{D667541C-9ACA-4949-A085-10DDC27B3769}" presName="rootText" presStyleLbl="node1" presStyleIdx="0" presStyleCnt="5"/>
      <dgm:spPr/>
    </dgm:pt>
    <dgm:pt modelId="{9E3FF857-B03B-4A1D-87F7-8EA8A868F13F}" type="pres">
      <dgm:prSet presAssocID="{D667541C-9ACA-4949-A085-10DDC27B3769}" presName="rootConnector" presStyleLbl="node1" presStyleIdx="0" presStyleCnt="5"/>
      <dgm:spPr/>
    </dgm:pt>
    <dgm:pt modelId="{B9EC5430-8FA7-4D21-B831-01F5F5A6BAF5}" type="pres">
      <dgm:prSet presAssocID="{D667541C-9ACA-4949-A085-10DDC27B3769}" presName="childShape" presStyleCnt="0"/>
      <dgm:spPr/>
    </dgm:pt>
    <dgm:pt modelId="{1D5FA12E-C0E3-4235-B1D2-4778C244E3F2}" type="pres">
      <dgm:prSet presAssocID="{0E73382E-0BDE-43C4-BC9E-093D7A4F421B}" presName="root" presStyleCnt="0"/>
      <dgm:spPr/>
    </dgm:pt>
    <dgm:pt modelId="{465EA356-B310-4D70-BA97-06503C45BCA6}" type="pres">
      <dgm:prSet presAssocID="{0E73382E-0BDE-43C4-BC9E-093D7A4F421B}" presName="rootComposite" presStyleCnt="0"/>
      <dgm:spPr/>
    </dgm:pt>
    <dgm:pt modelId="{476CE1AE-95E7-4689-A288-2E421ED26AC4}" type="pres">
      <dgm:prSet presAssocID="{0E73382E-0BDE-43C4-BC9E-093D7A4F421B}" presName="rootText" presStyleLbl="node1" presStyleIdx="1" presStyleCnt="5"/>
      <dgm:spPr/>
    </dgm:pt>
    <dgm:pt modelId="{576DAC59-F9F0-4A4A-82D2-AD9386C07705}" type="pres">
      <dgm:prSet presAssocID="{0E73382E-0BDE-43C4-BC9E-093D7A4F421B}" presName="rootConnector" presStyleLbl="node1" presStyleIdx="1" presStyleCnt="5"/>
      <dgm:spPr/>
    </dgm:pt>
    <dgm:pt modelId="{5BCBAF7E-BDE7-4FF6-A608-BDEDA47831B9}" type="pres">
      <dgm:prSet presAssocID="{0E73382E-0BDE-43C4-BC9E-093D7A4F421B}" presName="childShape" presStyleCnt="0"/>
      <dgm:spPr/>
    </dgm:pt>
    <dgm:pt modelId="{5948F6B2-DED5-4626-BAEE-781C68C41C4B}" type="pres">
      <dgm:prSet presAssocID="{C436FBEC-15C5-4DAF-AD26-B9671E29C7DB}" presName="root" presStyleCnt="0"/>
      <dgm:spPr/>
    </dgm:pt>
    <dgm:pt modelId="{93508BC1-24E3-4B7C-9628-6458E978B7DD}" type="pres">
      <dgm:prSet presAssocID="{C436FBEC-15C5-4DAF-AD26-B9671E29C7DB}" presName="rootComposite" presStyleCnt="0"/>
      <dgm:spPr/>
    </dgm:pt>
    <dgm:pt modelId="{753A9887-71A6-4E8D-A617-2C4E45848E77}" type="pres">
      <dgm:prSet presAssocID="{C436FBEC-15C5-4DAF-AD26-B9671E29C7DB}" presName="rootText" presStyleLbl="node1" presStyleIdx="2" presStyleCnt="5"/>
      <dgm:spPr/>
    </dgm:pt>
    <dgm:pt modelId="{2B9CD827-3B33-46EE-B076-0F668A2EADA2}" type="pres">
      <dgm:prSet presAssocID="{C436FBEC-15C5-4DAF-AD26-B9671E29C7DB}" presName="rootConnector" presStyleLbl="node1" presStyleIdx="2" presStyleCnt="5"/>
      <dgm:spPr/>
    </dgm:pt>
    <dgm:pt modelId="{5420A54F-589A-4101-B66E-54445AB72ADB}" type="pres">
      <dgm:prSet presAssocID="{C436FBEC-15C5-4DAF-AD26-B9671E29C7DB}" presName="childShape" presStyleCnt="0"/>
      <dgm:spPr/>
    </dgm:pt>
    <dgm:pt modelId="{67B80E0C-98BD-45A6-9FA3-84F1286F7CD7}" type="pres">
      <dgm:prSet presAssocID="{61C529E5-7F1F-43ED-9FF9-D7464CC23F02}" presName="Name13" presStyleLbl="parChTrans1D2" presStyleIdx="0" presStyleCnt="3"/>
      <dgm:spPr/>
    </dgm:pt>
    <dgm:pt modelId="{D12D2782-9BCE-40AC-81A7-CCF132DB2575}" type="pres">
      <dgm:prSet presAssocID="{02EDEC9C-4216-4C50-BA5D-B2072A019153}" presName="childText" presStyleLbl="bgAcc1" presStyleIdx="0" presStyleCnt="3">
        <dgm:presLayoutVars>
          <dgm:bulletEnabled val="1"/>
        </dgm:presLayoutVars>
      </dgm:prSet>
      <dgm:spPr/>
    </dgm:pt>
    <dgm:pt modelId="{774E4334-2594-4044-B424-F4281E210633}" type="pres">
      <dgm:prSet presAssocID="{184CC7A8-F8B5-42CE-BD83-9C516AB49DB9}" presName="Name13" presStyleLbl="parChTrans1D2" presStyleIdx="1" presStyleCnt="3"/>
      <dgm:spPr/>
    </dgm:pt>
    <dgm:pt modelId="{C556F796-0611-477B-ABC7-9CC6462CA606}" type="pres">
      <dgm:prSet presAssocID="{EECA4312-87D3-433C-9A1D-4EEC8098CFA0}" presName="childText" presStyleLbl="bgAcc1" presStyleIdx="1" presStyleCnt="3">
        <dgm:presLayoutVars>
          <dgm:bulletEnabled val="1"/>
        </dgm:presLayoutVars>
      </dgm:prSet>
      <dgm:spPr/>
    </dgm:pt>
    <dgm:pt modelId="{B7124A77-EB89-4696-9A8B-A76512FF5696}" type="pres">
      <dgm:prSet presAssocID="{07C13277-236F-413A-B74E-52FA6602FF5B}" presName="Name13" presStyleLbl="parChTrans1D2" presStyleIdx="2" presStyleCnt="3"/>
      <dgm:spPr/>
    </dgm:pt>
    <dgm:pt modelId="{C96C93D3-81A0-41EC-BABC-BF51634BB82E}" type="pres">
      <dgm:prSet presAssocID="{0DA3A440-6DA9-498A-AEAD-11F8B1A5DD1D}" presName="childText" presStyleLbl="bgAcc1" presStyleIdx="2" presStyleCnt="3">
        <dgm:presLayoutVars>
          <dgm:bulletEnabled val="1"/>
        </dgm:presLayoutVars>
      </dgm:prSet>
      <dgm:spPr/>
    </dgm:pt>
    <dgm:pt modelId="{AA3393CA-2BF8-493E-8772-82BEB82F1C91}" type="pres">
      <dgm:prSet presAssocID="{D81CD84A-82D0-47A4-95DA-2A6C20CE7D6F}" presName="root" presStyleCnt="0"/>
      <dgm:spPr/>
    </dgm:pt>
    <dgm:pt modelId="{42882344-58E7-42EF-89BF-2CF16695C2C1}" type="pres">
      <dgm:prSet presAssocID="{D81CD84A-82D0-47A4-95DA-2A6C20CE7D6F}" presName="rootComposite" presStyleCnt="0"/>
      <dgm:spPr/>
    </dgm:pt>
    <dgm:pt modelId="{AED5DEC9-9583-4C8D-887E-516E41ABE43B}" type="pres">
      <dgm:prSet presAssocID="{D81CD84A-82D0-47A4-95DA-2A6C20CE7D6F}" presName="rootText" presStyleLbl="node1" presStyleIdx="3" presStyleCnt="5"/>
      <dgm:spPr/>
    </dgm:pt>
    <dgm:pt modelId="{DDBA670B-8507-436C-8B73-AE9FECA7DC5E}" type="pres">
      <dgm:prSet presAssocID="{D81CD84A-82D0-47A4-95DA-2A6C20CE7D6F}" presName="rootConnector" presStyleLbl="node1" presStyleIdx="3" presStyleCnt="5"/>
      <dgm:spPr/>
    </dgm:pt>
    <dgm:pt modelId="{E0451558-89D6-4BBE-913D-E3D3B48206B2}" type="pres">
      <dgm:prSet presAssocID="{D81CD84A-82D0-47A4-95DA-2A6C20CE7D6F}" presName="childShape" presStyleCnt="0"/>
      <dgm:spPr/>
    </dgm:pt>
    <dgm:pt modelId="{D5B3F17A-EB0C-4120-A482-5B2158F69AEB}" type="pres">
      <dgm:prSet presAssocID="{F24E95AF-AA14-41B8-8A99-0D562D7062B1}" presName="root" presStyleCnt="0"/>
      <dgm:spPr/>
    </dgm:pt>
    <dgm:pt modelId="{CDDA2895-2BFB-433E-8CB9-63667D06A2A7}" type="pres">
      <dgm:prSet presAssocID="{F24E95AF-AA14-41B8-8A99-0D562D7062B1}" presName="rootComposite" presStyleCnt="0"/>
      <dgm:spPr/>
    </dgm:pt>
    <dgm:pt modelId="{7548519F-041F-4F06-BEF7-9B6CB46A38AC}" type="pres">
      <dgm:prSet presAssocID="{F24E95AF-AA14-41B8-8A99-0D562D7062B1}" presName="rootText" presStyleLbl="node1" presStyleIdx="4" presStyleCnt="5"/>
      <dgm:spPr/>
    </dgm:pt>
    <dgm:pt modelId="{D58359D4-5BC2-402D-91E1-35640960C965}" type="pres">
      <dgm:prSet presAssocID="{F24E95AF-AA14-41B8-8A99-0D562D7062B1}" presName="rootConnector" presStyleLbl="node1" presStyleIdx="4" presStyleCnt="5"/>
      <dgm:spPr/>
    </dgm:pt>
    <dgm:pt modelId="{2AC4D4EC-FDA1-4D18-A4CF-D5F3BCF65124}" type="pres">
      <dgm:prSet presAssocID="{F24E95AF-AA14-41B8-8A99-0D562D7062B1}" presName="childShape" presStyleCnt="0"/>
      <dgm:spPr/>
    </dgm:pt>
  </dgm:ptLst>
  <dgm:cxnLst>
    <dgm:cxn modelId="{A4F07F14-CB14-472D-ADC4-80E1A9722971}" type="presOf" srcId="{0DA3A440-6DA9-498A-AEAD-11F8B1A5DD1D}" destId="{C96C93D3-81A0-41EC-BABC-BF51634BB82E}" srcOrd="0" destOrd="0" presId="urn:microsoft.com/office/officeart/2005/8/layout/hierarchy3"/>
    <dgm:cxn modelId="{BBADF12A-8ACF-44A2-883B-B39BE9E1B8BE}" type="presOf" srcId="{C436FBEC-15C5-4DAF-AD26-B9671E29C7DB}" destId="{753A9887-71A6-4E8D-A617-2C4E45848E77}" srcOrd="0" destOrd="0" presId="urn:microsoft.com/office/officeart/2005/8/layout/hierarchy3"/>
    <dgm:cxn modelId="{34FE075E-0C32-4568-9694-D07C7F6F3821}" type="presOf" srcId="{0E73382E-0BDE-43C4-BC9E-093D7A4F421B}" destId="{476CE1AE-95E7-4689-A288-2E421ED26AC4}" srcOrd="0" destOrd="0" presId="urn:microsoft.com/office/officeart/2005/8/layout/hierarchy3"/>
    <dgm:cxn modelId="{BBAADB41-0051-4982-A8C5-D8D03030A9D0}" type="presOf" srcId="{F24E95AF-AA14-41B8-8A99-0D562D7062B1}" destId="{7548519F-041F-4F06-BEF7-9B6CB46A38AC}" srcOrd="0" destOrd="0" presId="urn:microsoft.com/office/officeart/2005/8/layout/hierarchy3"/>
    <dgm:cxn modelId="{88F44845-2191-4B56-AE00-2D7174CA1C61}" type="presOf" srcId="{61C529E5-7F1F-43ED-9FF9-D7464CC23F02}" destId="{67B80E0C-98BD-45A6-9FA3-84F1286F7CD7}" srcOrd="0" destOrd="0" presId="urn:microsoft.com/office/officeart/2005/8/layout/hierarchy3"/>
    <dgm:cxn modelId="{6C0BA149-C2C6-408E-84CA-378E22464EE8}" type="presOf" srcId="{D81CD84A-82D0-47A4-95DA-2A6C20CE7D6F}" destId="{AED5DEC9-9583-4C8D-887E-516E41ABE43B}" srcOrd="0" destOrd="0" presId="urn:microsoft.com/office/officeart/2005/8/layout/hierarchy3"/>
    <dgm:cxn modelId="{FE6F816D-83B2-414F-A9F3-E731E24BF6CB}" srcId="{1466E0BB-B7E4-418E-B005-D8CA29754B4F}" destId="{F24E95AF-AA14-41B8-8A99-0D562D7062B1}" srcOrd="4" destOrd="0" parTransId="{3F35D604-8C8D-4159-9B9A-70A1DA37CEA8}" sibTransId="{91FD8370-BFF8-4E37-8F45-F49B60C8C0E6}"/>
    <dgm:cxn modelId="{5F20D070-159C-4BF8-8CF1-7E5BED7A1B40}" type="presOf" srcId="{C436FBEC-15C5-4DAF-AD26-B9671E29C7DB}" destId="{2B9CD827-3B33-46EE-B076-0F668A2EADA2}" srcOrd="1" destOrd="0" presId="urn:microsoft.com/office/officeart/2005/8/layout/hierarchy3"/>
    <dgm:cxn modelId="{8D5C9871-306E-4AF8-9EAB-745123E33F65}" type="presOf" srcId="{D667541C-9ACA-4949-A085-10DDC27B3769}" destId="{9E3FF857-B03B-4A1D-87F7-8EA8A868F13F}" srcOrd="1" destOrd="0" presId="urn:microsoft.com/office/officeart/2005/8/layout/hierarchy3"/>
    <dgm:cxn modelId="{03ABAB84-88E5-4D57-AC92-D2852287E9B9}" type="presOf" srcId="{D81CD84A-82D0-47A4-95DA-2A6C20CE7D6F}" destId="{DDBA670B-8507-436C-8B73-AE9FECA7DC5E}" srcOrd="1" destOrd="0" presId="urn:microsoft.com/office/officeart/2005/8/layout/hierarchy3"/>
    <dgm:cxn modelId="{4C8F9287-F6D3-4261-8547-3149011E9362}" srcId="{1466E0BB-B7E4-418E-B005-D8CA29754B4F}" destId="{D667541C-9ACA-4949-A085-10DDC27B3769}" srcOrd="0" destOrd="0" parTransId="{0F903CFB-24E4-45DC-8732-EDA02EE58B93}" sibTransId="{AA49D0F0-8E4A-4AB5-9D69-2F2383D0C0A4}"/>
    <dgm:cxn modelId="{D61EEC8B-7708-4377-A2AF-90526C374216}" srcId="{C436FBEC-15C5-4DAF-AD26-B9671E29C7DB}" destId="{0DA3A440-6DA9-498A-AEAD-11F8B1A5DD1D}" srcOrd="2" destOrd="0" parTransId="{07C13277-236F-413A-B74E-52FA6602FF5B}" sibTransId="{8898662B-8A69-4CDA-9F5C-7344F27B7546}"/>
    <dgm:cxn modelId="{49FACD95-6411-4B1A-95E4-D5D844E737C5}" srcId="{1466E0BB-B7E4-418E-B005-D8CA29754B4F}" destId="{D81CD84A-82D0-47A4-95DA-2A6C20CE7D6F}" srcOrd="3" destOrd="0" parTransId="{830E3904-C606-4702-9690-701969741001}" sibTransId="{271A1191-8105-44E3-910D-DF1FD42374F6}"/>
    <dgm:cxn modelId="{1DEC2A9A-3768-4809-86F2-0FDCE1EFAEA9}" srcId="{1466E0BB-B7E4-418E-B005-D8CA29754B4F}" destId="{0E73382E-0BDE-43C4-BC9E-093D7A4F421B}" srcOrd="1" destOrd="0" parTransId="{30349D9A-99FC-4EA3-A8C9-46C41338C39D}" sibTransId="{E1942C57-6A81-41F7-8CF4-8912E2CB1BEA}"/>
    <dgm:cxn modelId="{BA7CD1A1-50D2-42EB-AB3B-229D58A8707F}" type="presOf" srcId="{0E73382E-0BDE-43C4-BC9E-093D7A4F421B}" destId="{576DAC59-F9F0-4A4A-82D2-AD9386C07705}" srcOrd="1" destOrd="0" presId="urn:microsoft.com/office/officeart/2005/8/layout/hierarchy3"/>
    <dgm:cxn modelId="{57E165B1-F049-4C54-B292-01CF1E725DBF}" type="presOf" srcId="{EECA4312-87D3-433C-9A1D-4EEC8098CFA0}" destId="{C556F796-0611-477B-ABC7-9CC6462CA606}" srcOrd="0" destOrd="0" presId="urn:microsoft.com/office/officeart/2005/8/layout/hierarchy3"/>
    <dgm:cxn modelId="{F7B29AB5-C180-4871-94D8-87D3896DAA00}" type="presOf" srcId="{F24E95AF-AA14-41B8-8A99-0D562D7062B1}" destId="{D58359D4-5BC2-402D-91E1-35640960C965}" srcOrd="1" destOrd="0" presId="urn:microsoft.com/office/officeart/2005/8/layout/hierarchy3"/>
    <dgm:cxn modelId="{798C55BC-E28F-4FC6-BFB9-86C86FD7B16A}" srcId="{C436FBEC-15C5-4DAF-AD26-B9671E29C7DB}" destId="{EECA4312-87D3-433C-9A1D-4EEC8098CFA0}" srcOrd="1" destOrd="0" parTransId="{184CC7A8-F8B5-42CE-BD83-9C516AB49DB9}" sibTransId="{E9DFC801-7120-45E2-B611-00F7EB988CD0}"/>
    <dgm:cxn modelId="{17143CC7-7845-46AC-AB1E-9AABFCD35A2A}" type="presOf" srcId="{02EDEC9C-4216-4C50-BA5D-B2072A019153}" destId="{D12D2782-9BCE-40AC-81A7-CCF132DB2575}" srcOrd="0" destOrd="0" presId="urn:microsoft.com/office/officeart/2005/8/layout/hierarchy3"/>
    <dgm:cxn modelId="{BF4B26CF-9E9D-4F58-9511-DA848326646C}" srcId="{1466E0BB-B7E4-418E-B005-D8CA29754B4F}" destId="{C436FBEC-15C5-4DAF-AD26-B9671E29C7DB}" srcOrd="2" destOrd="0" parTransId="{0AF74DA5-3300-4B4C-86B1-CC9378BCD294}" sibTransId="{0F597409-4922-47ED-84F4-0A25220A6FFC}"/>
    <dgm:cxn modelId="{C5382BD1-1FA7-4A93-A487-1674FB3B251F}" type="presOf" srcId="{1466E0BB-B7E4-418E-B005-D8CA29754B4F}" destId="{CFCBC336-D9B0-42E4-8E30-2A61FBAACF04}" srcOrd="0" destOrd="0" presId="urn:microsoft.com/office/officeart/2005/8/layout/hierarchy3"/>
    <dgm:cxn modelId="{3B185AD2-F5D4-460E-838F-F1B016ED6733}" srcId="{C436FBEC-15C5-4DAF-AD26-B9671E29C7DB}" destId="{02EDEC9C-4216-4C50-BA5D-B2072A019153}" srcOrd="0" destOrd="0" parTransId="{61C529E5-7F1F-43ED-9FF9-D7464CC23F02}" sibTransId="{5F192D88-95BA-49D9-AE97-CFB249B30132}"/>
    <dgm:cxn modelId="{442477EE-0AAB-4E1A-A79C-49167A098839}" type="presOf" srcId="{184CC7A8-F8B5-42CE-BD83-9C516AB49DB9}" destId="{774E4334-2594-4044-B424-F4281E210633}" srcOrd="0" destOrd="0" presId="urn:microsoft.com/office/officeart/2005/8/layout/hierarchy3"/>
    <dgm:cxn modelId="{14358CF6-8A20-4B30-ACE2-DABF4DE4DF65}" type="presOf" srcId="{07C13277-236F-413A-B74E-52FA6602FF5B}" destId="{B7124A77-EB89-4696-9A8B-A76512FF5696}" srcOrd="0" destOrd="0" presId="urn:microsoft.com/office/officeart/2005/8/layout/hierarchy3"/>
    <dgm:cxn modelId="{E21189FF-F603-4AE7-A26C-807351B28713}" type="presOf" srcId="{D667541C-9ACA-4949-A085-10DDC27B3769}" destId="{C3D668A6-6853-4063-B934-D60D2D02ECED}" srcOrd="0" destOrd="0" presId="urn:microsoft.com/office/officeart/2005/8/layout/hierarchy3"/>
    <dgm:cxn modelId="{351E5AF5-CE18-48B6-B374-A7C8200E3EA2}" type="presParOf" srcId="{CFCBC336-D9B0-42E4-8E30-2A61FBAACF04}" destId="{05BF1D4E-E86B-42D1-802E-944AF1C12B06}" srcOrd="0" destOrd="0" presId="urn:microsoft.com/office/officeart/2005/8/layout/hierarchy3"/>
    <dgm:cxn modelId="{28DF6F4D-32BF-4F45-8DE6-25A18099B13E}" type="presParOf" srcId="{05BF1D4E-E86B-42D1-802E-944AF1C12B06}" destId="{159ED63D-CA7C-4E4D-9FAA-267AF81EFC81}" srcOrd="0" destOrd="0" presId="urn:microsoft.com/office/officeart/2005/8/layout/hierarchy3"/>
    <dgm:cxn modelId="{C3188432-9FB0-4D97-8C8B-CF99C7CD4BA4}" type="presParOf" srcId="{159ED63D-CA7C-4E4D-9FAA-267AF81EFC81}" destId="{C3D668A6-6853-4063-B934-D60D2D02ECED}" srcOrd="0" destOrd="0" presId="urn:microsoft.com/office/officeart/2005/8/layout/hierarchy3"/>
    <dgm:cxn modelId="{62EA0839-167B-4C26-B3C3-C682799BEFE2}" type="presParOf" srcId="{159ED63D-CA7C-4E4D-9FAA-267AF81EFC81}" destId="{9E3FF857-B03B-4A1D-87F7-8EA8A868F13F}" srcOrd="1" destOrd="0" presId="urn:microsoft.com/office/officeart/2005/8/layout/hierarchy3"/>
    <dgm:cxn modelId="{0BEC4097-4440-46D5-ADAE-2DABE0445D08}" type="presParOf" srcId="{05BF1D4E-E86B-42D1-802E-944AF1C12B06}" destId="{B9EC5430-8FA7-4D21-B831-01F5F5A6BAF5}" srcOrd="1" destOrd="0" presId="urn:microsoft.com/office/officeart/2005/8/layout/hierarchy3"/>
    <dgm:cxn modelId="{F34C16B3-DEE7-46D2-9B94-24C2B0259D16}" type="presParOf" srcId="{CFCBC336-D9B0-42E4-8E30-2A61FBAACF04}" destId="{1D5FA12E-C0E3-4235-B1D2-4778C244E3F2}" srcOrd="1" destOrd="0" presId="urn:microsoft.com/office/officeart/2005/8/layout/hierarchy3"/>
    <dgm:cxn modelId="{5CD029D1-B204-4D20-9A13-4EBF24703F1C}" type="presParOf" srcId="{1D5FA12E-C0E3-4235-B1D2-4778C244E3F2}" destId="{465EA356-B310-4D70-BA97-06503C45BCA6}" srcOrd="0" destOrd="0" presId="urn:microsoft.com/office/officeart/2005/8/layout/hierarchy3"/>
    <dgm:cxn modelId="{67CA900F-3F34-423E-A71D-6FB264B6BEEB}" type="presParOf" srcId="{465EA356-B310-4D70-BA97-06503C45BCA6}" destId="{476CE1AE-95E7-4689-A288-2E421ED26AC4}" srcOrd="0" destOrd="0" presId="urn:microsoft.com/office/officeart/2005/8/layout/hierarchy3"/>
    <dgm:cxn modelId="{76F5B83C-9640-446A-A307-D94BB1EDA225}" type="presParOf" srcId="{465EA356-B310-4D70-BA97-06503C45BCA6}" destId="{576DAC59-F9F0-4A4A-82D2-AD9386C07705}" srcOrd="1" destOrd="0" presId="urn:microsoft.com/office/officeart/2005/8/layout/hierarchy3"/>
    <dgm:cxn modelId="{E5FCDD7E-0BC8-4212-808E-583A4EE8FC6F}" type="presParOf" srcId="{1D5FA12E-C0E3-4235-B1D2-4778C244E3F2}" destId="{5BCBAF7E-BDE7-4FF6-A608-BDEDA47831B9}" srcOrd="1" destOrd="0" presId="urn:microsoft.com/office/officeart/2005/8/layout/hierarchy3"/>
    <dgm:cxn modelId="{30E428FD-4644-4664-B7B1-D65DB6639E80}" type="presParOf" srcId="{CFCBC336-D9B0-42E4-8E30-2A61FBAACF04}" destId="{5948F6B2-DED5-4626-BAEE-781C68C41C4B}" srcOrd="2" destOrd="0" presId="urn:microsoft.com/office/officeart/2005/8/layout/hierarchy3"/>
    <dgm:cxn modelId="{C61862E7-5689-47DB-84D8-E164C83C289E}" type="presParOf" srcId="{5948F6B2-DED5-4626-BAEE-781C68C41C4B}" destId="{93508BC1-24E3-4B7C-9628-6458E978B7DD}" srcOrd="0" destOrd="0" presId="urn:microsoft.com/office/officeart/2005/8/layout/hierarchy3"/>
    <dgm:cxn modelId="{E45B4451-F028-4909-8ADA-927B6199F0B8}" type="presParOf" srcId="{93508BC1-24E3-4B7C-9628-6458E978B7DD}" destId="{753A9887-71A6-4E8D-A617-2C4E45848E77}" srcOrd="0" destOrd="0" presId="urn:microsoft.com/office/officeart/2005/8/layout/hierarchy3"/>
    <dgm:cxn modelId="{D2C7856B-D7AD-4BA7-B244-2057954556F3}" type="presParOf" srcId="{93508BC1-24E3-4B7C-9628-6458E978B7DD}" destId="{2B9CD827-3B33-46EE-B076-0F668A2EADA2}" srcOrd="1" destOrd="0" presId="urn:microsoft.com/office/officeart/2005/8/layout/hierarchy3"/>
    <dgm:cxn modelId="{8E231F73-0CC5-4FF5-B09D-E8B4E63BF15E}" type="presParOf" srcId="{5948F6B2-DED5-4626-BAEE-781C68C41C4B}" destId="{5420A54F-589A-4101-B66E-54445AB72ADB}" srcOrd="1" destOrd="0" presId="urn:microsoft.com/office/officeart/2005/8/layout/hierarchy3"/>
    <dgm:cxn modelId="{E59249C4-D0B5-48DA-8817-3FD1B3912EE7}" type="presParOf" srcId="{5420A54F-589A-4101-B66E-54445AB72ADB}" destId="{67B80E0C-98BD-45A6-9FA3-84F1286F7CD7}" srcOrd="0" destOrd="0" presId="urn:microsoft.com/office/officeart/2005/8/layout/hierarchy3"/>
    <dgm:cxn modelId="{00F9B1BE-8583-4C93-9CDF-3F32A9C3047A}" type="presParOf" srcId="{5420A54F-589A-4101-B66E-54445AB72ADB}" destId="{D12D2782-9BCE-40AC-81A7-CCF132DB2575}" srcOrd="1" destOrd="0" presId="urn:microsoft.com/office/officeart/2005/8/layout/hierarchy3"/>
    <dgm:cxn modelId="{070E928C-6719-4337-A37E-482EDCD8FC85}" type="presParOf" srcId="{5420A54F-589A-4101-B66E-54445AB72ADB}" destId="{774E4334-2594-4044-B424-F4281E210633}" srcOrd="2" destOrd="0" presId="urn:microsoft.com/office/officeart/2005/8/layout/hierarchy3"/>
    <dgm:cxn modelId="{C1EF0D7E-7B8E-428F-97E7-61857253906B}" type="presParOf" srcId="{5420A54F-589A-4101-B66E-54445AB72ADB}" destId="{C556F796-0611-477B-ABC7-9CC6462CA606}" srcOrd="3" destOrd="0" presId="urn:microsoft.com/office/officeart/2005/8/layout/hierarchy3"/>
    <dgm:cxn modelId="{2CEEBC7D-D82D-4B27-B54E-6647FADEEA25}" type="presParOf" srcId="{5420A54F-589A-4101-B66E-54445AB72ADB}" destId="{B7124A77-EB89-4696-9A8B-A76512FF5696}" srcOrd="4" destOrd="0" presId="urn:microsoft.com/office/officeart/2005/8/layout/hierarchy3"/>
    <dgm:cxn modelId="{3A528541-A52E-43D5-91F1-0B4B4101FDA3}" type="presParOf" srcId="{5420A54F-589A-4101-B66E-54445AB72ADB}" destId="{C96C93D3-81A0-41EC-BABC-BF51634BB82E}" srcOrd="5" destOrd="0" presId="urn:microsoft.com/office/officeart/2005/8/layout/hierarchy3"/>
    <dgm:cxn modelId="{202741E2-64E7-40CA-9519-8311BB57E3AC}" type="presParOf" srcId="{CFCBC336-D9B0-42E4-8E30-2A61FBAACF04}" destId="{AA3393CA-2BF8-493E-8772-82BEB82F1C91}" srcOrd="3" destOrd="0" presId="urn:microsoft.com/office/officeart/2005/8/layout/hierarchy3"/>
    <dgm:cxn modelId="{F339C2B7-1DD9-4932-8952-24BA22885D21}" type="presParOf" srcId="{AA3393CA-2BF8-493E-8772-82BEB82F1C91}" destId="{42882344-58E7-42EF-89BF-2CF16695C2C1}" srcOrd="0" destOrd="0" presId="urn:microsoft.com/office/officeart/2005/8/layout/hierarchy3"/>
    <dgm:cxn modelId="{8255043C-54DF-46C1-8EA9-2B28FF0C7A70}" type="presParOf" srcId="{42882344-58E7-42EF-89BF-2CF16695C2C1}" destId="{AED5DEC9-9583-4C8D-887E-516E41ABE43B}" srcOrd="0" destOrd="0" presId="urn:microsoft.com/office/officeart/2005/8/layout/hierarchy3"/>
    <dgm:cxn modelId="{2DBD873A-65DB-4473-B858-FEA01E88DBE4}" type="presParOf" srcId="{42882344-58E7-42EF-89BF-2CF16695C2C1}" destId="{DDBA670B-8507-436C-8B73-AE9FECA7DC5E}" srcOrd="1" destOrd="0" presId="urn:microsoft.com/office/officeart/2005/8/layout/hierarchy3"/>
    <dgm:cxn modelId="{A2588D86-0356-474F-A978-99FF7940E15A}" type="presParOf" srcId="{AA3393CA-2BF8-493E-8772-82BEB82F1C91}" destId="{E0451558-89D6-4BBE-913D-E3D3B48206B2}" srcOrd="1" destOrd="0" presId="urn:microsoft.com/office/officeart/2005/8/layout/hierarchy3"/>
    <dgm:cxn modelId="{D3255DA6-A454-4A68-A5FC-2650EFCD3B0C}" type="presParOf" srcId="{CFCBC336-D9B0-42E4-8E30-2A61FBAACF04}" destId="{D5B3F17A-EB0C-4120-A482-5B2158F69AEB}" srcOrd="4" destOrd="0" presId="urn:microsoft.com/office/officeart/2005/8/layout/hierarchy3"/>
    <dgm:cxn modelId="{428FFECA-5E8F-4DE7-B153-1CC8B1CA4FA1}" type="presParOf" srcId="{D5B3F17A-EB0C-4120-A482-5B2158F69AEB}" destId="{CDDA2895-2BFB-433E-8CB9-63667D06A2A7}" srcOrd="0" destOrd="0" presId="urn:microsoft.com/office/officeart/2005/8/layout/hierarchy3"/>
    <dgm:cxn modelId="{EF8B9442-32BC-4839-91D3-15DE6BA820E3}" type="presParOf" srcId="{CDDA2895-2BFB-433E-8CB9-63667D06A2A7}" destId="{7548519F-041F-4F06-BEF7-9B6CB46A38AC}" srcOrd="0" destOrd="0" presId="urn:microsoft.com/office/officeart/2005/8/layout/hierarchy3"/>
    <dgm:cxn modelId="{546BE660-C6FA-43B3-9BDE-46E6590652C1}" type="presParOf" srcId="{CDDA2895-2BFB-433E-8CB9-63667D06A2A7}" destId="{D58359D4-5BC2-402D-91E1-35640960C965}" srcOrd="1" destOrd="0" presId="urn:microsoft.com/office/officeart/2005/8/layout/hierarchy3"/>
    <dgm:cxn modelId="{0E251ADB-1318-4B00-B837-1355DC168485}" type="presParOf" srcId="{D5B3F17A-EB0C-4120-A482-5B2158F69AEB}" destId="{2AC4D4EC-FDA1-4D18-A4CF-D5F3BCF6512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4E330B-7C6A-4BF9-8705-7D8F63A38C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2493DE-1DDE-4B1E-8E4C-F727FCCF09E5}">
      <dgm:prSet/>
      <dgm:spPr/>
      <dgm:t>
        <a:bodyPr/>
        <a:lstStyle/>
        <a:p>
          <a:r>
            <a:rPr lang="it-IT" b="1" i="0"/>
            <a:t>Java 17 + Spring Boot 3.2.5</a:t>
          </a:r>
          <a:r>
            <a:rPr lang="it-IT" b="0" i="0"/>
            <a:t> — tipizzazione forte; IoC/DI, convention over configuration, Tomcat embedded</a:t>
          </a:r>
          <a:endParaRPr lang="en-US"/>
        </a:p>
      </dgm:t>
    </dgm:pt>
    <dgm:pt modelId="{578AE619-5EB5-4585-BBD0-7FA0B9415924}" type="parTrans" cxnId="{FE419CA0-0CD5-4BE4-B570-E2C84D0ED491}">
      <dgm:prSet/>
      <dgm:spPr/>
      <dgm:t>
        <a:bodyPr/>
        <a:lstStyle/>
        <a:p>
          <a:endParaRPr lang="en-US"/>
        </a:p>
      </dgm:t>
    </dgm:pt>
    <dgm:pt modelId="{62BBF55A-FFB4-4905-9F12-F2709C0275FD}" type="sibTrans" cxnId="{FE419CA0-0CD5-4BE4-B570-E2C84D0ED491}">
      <dgm:prSet/>
      <dgm:spPr/>
      <dgm:t>
        <a:bodyPr/>
        <a:lstStyle/>
        <a:p>
          <a:endParaRPr lang="en-US"/>
        </a:p>
      </dgm:t>
    </dgm:pt>
    <dgm:pt modelId="{2DA716D7-D577-4198-9EAD-24E3B3F907ED}">
      <dgm:prSet/>
      <dgm:spPr/>
      <dgm:t>
        <a:bodyPr/>
        <a:lstStyle/>
        <a:p>
          <a:r>
            <a:rPr lang="it-IT" b="1" i="0"/>
            <a:t>PostgreSQL</a:t>
          </a:r>
          <a:r>
            <a:rPr lang="it-IT" b="0" i="0"/>
            <a:t> — ACID per l’integrità; ibrido: array text[] per le etichette, jsonb per i commenti</a:t>
          </a:r>
          <a:endParaRPr lang="en-US"/>
        </a:p>
      </dgm:t>
    </dgm:pt>
    <dgm:pt modelId="{E64C8479-5283-49DD-82D9-0E11921B751B}" type="parTrans" cxnId="{B6C9180D-1B66-431E-93A4-81903283DE69}">
      <dgm:prSet/>
      <dgm:spPr/>
      <dgm:t>
        <a:bodyPr/>
        <a:lstStyle/>
        <a:p>
          <a:endParaRPr lang="en-US"/>
        </a:p>
      </dgm:t>
    </dgm:pt>
    <dgm:pt modelId="{44B984B1-0A6A-4307-B6E9-5765D884BE6D}" type="sibTrans" cxnId="{B6C9180D-1B66-431E-93A4-81903283DE69}">
      <dgm:prSet/>
      <dgm:spPr/>
      <dgm:t>
        <a:bodyPr/>
        <a:lstStyle/>
        <a:p>
          <a:endParaRPr lang="en-US"/>
        </a:p>
      </dgm:t>
    </dgm:pt>
    <dgm:pt modelId="{B03FA64F-63DB-4D49-9900-017E1DB5AE7A}">
      <dgm:prSet/>
      <dgm:spPr/>
      <dgm:t>
        <a:bodyPr/>
        <a:lstStyle/>
        <a:p>
          <a:r>
            <a:rPr lang="it-IT" b="1" i="0"/>
            <a:t>Spring Data JPA / Hibernate</a:t>
          </a:r>
          <a:r>
            <a:rPr lang="it-IT" b="0" i="0"/>
            <a:t> — astrazione dal dialetto SQL; query parametrizzate → SQL injection neutralizzata</a:t>
          </a:r>
          <a:endParaRPr lang="en-US"/>
        </a:p>
      </dgm:t>
    </dgm:pt>
    <dgm:pt modelId="{57A67579-30B6-4B77-9B58-959C28F7FA4F}" type="parTrans" cxnId="{A91C2942-C817-4DCE-AC22-7502C9939B74}">
      <dgm:prSet/>
      <dgm:spPr/>
      <dgm:t>
        <a:bodyPr/>
        <a:lstStyle/>
        <a:p>
          <a:endParaRPr lang="en-US"/>
        </a:p>
      </dgm:t>
    </dgm:pt>
    <dgm:pt modelId="{3AC0F0ED-6120-48E1-8E48-07A403EE94F6}" type="sibTrans" cxnId="{A91C2942-C817-4DCE-AC22-7502C9939B74}">
      <dgm:prSet/>
      <dgm:spPr/>
      <dgm:t>
        <a:bodyPr/>
        <a:lstStyle/>
        <a:p>
          <a:endParaRPr lang="en-US"/>
        </a:p>
      </dgm:t>
    </dgm:pt>
    <dgm:pt modelId="{7231D5A6-5826-4A19-860B-993A184450D7}">
      <dgm:prSet/>
      <dgm:spPr/>
      <dgm:t>
        <a:bodyPr/>
        <a:lstStyle/>
        <a:p>
          <a:r>
            <a:rPr lang="it-IT" b="1" i="0"/>
            <a:t>Vue.js 3</a:t>
          </a:r>
          <a:r>
            <a:rPr lang="it-IT" b="0" i="0"/>
            <a:t> — reattività (Virtual DOM); escaping automatico nei template → anti-XSS</a:t>
          </a:r>
          <a:endParaRPr lang="en-US"/>
        </a:p>
      </dgm:t>
    </dgm:pt>
    <dgm:pt modelId="{879BE99B-73ED-4049-B5B9-7201CFC26A5A}" type="parTrans" cxnId="{09458A0B-EC8F-4837-8FB5-B4494B50EEBF}">
      <dgm:prSet/>
      <dgm:spPr/>
      <dgm:t>
        <a:bodyPr/>
        <a:lstStyle/>
        <a:p>
          <a:endParaRPr lang="en-US"/>
        </a:p>
      </dgm:t>
    </dgm:pt>
    <dgm:pt modelId="{48B6E65D-04B5-4042-931E-E8775FEAAC60}" type="sibTrans" cxnId="{09458A0B-EC8F-4837-8FB5-B4494B50EEBF}">
      <dgm:prSet/>
      <dgm:spPr/>
      <dgm:t>
        <a:bodyPr/>
        <a:lstStyle/>
        <a:p>
          <a:endParaRPr lang="en-US"/>
        </a:p>
      </dgm:t>
    </dgm:pt>
    <dgm:pt modelId="{DED57899-C2B3-4140-8E56-AA1C5433D3DC}">
      <dgm:prSet/>
      <dgm:spPr/>
      <dgm:t>
        <a:bodyPr/>
        <a:lstStyle/>
        <a:p>
          <a:r>
            <a:rPr lang="it-IT" b="1" i="0"/>
            <a:t>Vite · Axios · Tailwind</a:t>
          </a:r>
          <a:r>
            <a:rPr lang="it-IT" b="0" i="0"/>
            <a:t> — dev server ESM e tree-shaking; AJAX; UI responsiva senza CSS monolitici</a:t>
          </a:r>
          <a:endParaRPr lang="en-US"/>
        </a:p>
      </dgm:t>
    </dgm:pt>
    <dgm:pt modelId="{C9A1E21D-2955-4670-9386-4F08FF38DA8F}" type="parTrans" cxnId="{5105F2C5-E4BB-4798-86A8-C98BAE344CB7}">
      <dgm:prSet/>
      <dgm:spPr/>
      <dgm:t>
        <a:bodyPr/>
        <a:lstStyle/>
        <a:p>
          <a:endParaRPr lang="en-US"/>
        </a:p>
      </dgm:t>
    </dgm:pt>
    <dgm:pt modelId="{BD0C60D8-6023-4714-BD8B-57EB74ED3E35}" type="sibTrans" cxnId="{5105F2C5-E4BB-4798-86A8-C98BAE344CB7}">
      <dgm:prSet/>
      <dgm:spPr/>
      <dgm:t>
        <a:bodyPr/>
        <a:lstStyle/>
        <a:p>
          <a:endParaRPr lang="en-US"/>
        </a:p>
      </dgm:t>
    </dgm:pt>
    <dgm:pt modelId="{6BDD8F42-DA21-4B99-8265-281FFB20F7B6}">
      <dgm:prSet/>
      <dgm:spPr/>
      <dgm:t>
        <a:bodyPr/>
        <a:lstStyle/>
        <a:p>
          <a:r>
            <a:rPr lang="it-IT" b="1" i="0"/>
            <a:t>Nginx</a:t>
          </a:r>
          <a:r>
            <a:rPr lang="it-IT" b="0" i="0"/>
            <a:t> — asset statici + reverse proxy: same-origin, fallback SPA, limiti upload</a:t>
          </a:r>
          <a:endParaRPr lang="en-US"/>
        </a:p>
      </dgm:t>
    </dgm:pt>
    <dgm:pt modelId="{D2992262-D8BD-4D92-B300-D321BE472BCD}" type="parTrans" cxnId="{EB93D6D7-8453-4C88-A404-F7B5DC872A94}">
      <dgm:prSet/>
      <dgm:spPr/>
      <dgm:t>
        <a:bodyPr/>
        <a:lstStyle/>
        <a:p>
          <a:endParaRPr lang="en-US"/>
        </a:p>
      </dgm:t>
    </dgm:pt>
    <dgm:pt modelId="{1C6E008B-4DD2-41AA-BBD1-661EF702641B}" type="sibTrans" cxnId="{EB93D6D7-8453-4C88-A404-F7B5DC872A94}">
      <dgm:prSet/>
      <dgm:spPr/>
      <dgm:t>
        <a:bodyPr/>
        <a:lstStyle/>
        <a:p>
          <a:endParaRPr lang="en-US"/>
        </a:p>
      </dgm:t>
    </dgm:pt>
    <dgm:pt modelId="{E8B0F358-614C-41B6-BA6E-B97EEBCD4528}">
      <dgm:prSet/>
      <dgm:spPr/>
      <dgm:t>
        <a:bodyPr/>
        <a:lstStyle/>
        <a:p>
          <a:r>
            <a:rPr lang="it-IT" b="1" i="0"/>
            <a:t>GCP Compute Engine</a:t>
          </a:r>
          <a:r>
            <a:rPr lang="it-IT" b="0" i="0"/>
            <a:t> — VPC per l’isolamento di rete, IP statico, firewall</a:t>
          </a:r>
          <a:endParaRPr lang="en-US"/>
        </a:p>
      </dgm:t>
    </dgm:pt>
    <dgm:pt modelId="{86457F5B-BFA7-4A19-B66B-0414EAD4EEF3}" type="parTrans" cxnId="{CF661FB9-CCA4-49DB-9689-9A6C34015B69}">
      <dgm:prSet/>
      <dgm:spPr/>
      <dgm:t>
        <a:bodyPr/>
        <a:lstStyle/>
        <a:p>
          <a:endParaRPr lang="en-US"/>
        </a:p>
      </dgm:t>
    </dgm:pt>
    <dgm:pt modelId="{D9AC97E4-FF11-4843-8B14-095E4EBC547B}" type="sibTrans" cxnId="{CF661FB9-CCA4-49DB-9689-9A6C34015B69}">
      <dgm:prSet/>
      <dgm:spPr/>
      <dgm:t>
        <a:bodyPr/>
        <a:lstStyle/>
        <a:p>
          <a:endParaRPr lang="en-US"/>
        </a:p>
      </dgm:t>
    </dgm:pt>
    <dgm:pt modelId="{95DF0E1F-EAA8-4822-8346-AE31668547A6}" type="pres">
      <dgm:prSet presAssocID="{9F4E330B-7C6A-4BF9-8705-7D8F63A38C0B}" presName="linear" presStyleCnt="0">
        <dgm:presLayoutVars>
          <dgm:animLvl val="lvl"/>
          <dgm:resizeHandles val="exact"/>
        </dgm:presLayoutVars>
      </dgm:prSet>
      <dgm:spPr/>
    </dgm:pt>
    <dgm:pt modelId="{87F28824-32D8-41A1-AD9E-3D2F3692F4AB}" type="pres">
      <dgm:prSet presAssocID="{662493DE-1DDE-4B1E-8E4C-F727FCCF09E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40867AC-0133-451D-B7BC-6C9586A06248}" type="pres">
      <dgm:prSet presAssocID="{62BBF55A-FFB4-4905-9F12-F2709C0275FD}" presName="spacer" presStyleCnt="0"/>
      <dgm:spPr/>
    </dgm:pt>
    <dgm:pt modelId="{F948D2C1-09DF-4D44-B001-FDF81BFB4B24}" type="pres">
      <dgm:prSet presAssocID="{2DA716D7-D577-4198-9EAD-24E3B3F907E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10C04C6-D31B-4F33-BB34-C796A28B8DC8}" type="pres">
      <dgm:prSet presAssocID="{44B984B1-0A6A-4307-B6E9-5765D884BE6D}" presName="spacer" presStyleCnt="0"/>
      <dgm:spPr/>
    </dgm:pt>
    <dgm:pt modelId="{A4E706C4-049E-40AB-883C-7BA320D8D99A}" type="pres">
      <dgm:prSet presAssocID="{B03FA64F-63DB-4D49-9900-017E1DB5AE7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44991A4-DA9D-412B-95FA-6635FA8E1242}" type="pres">
      <dgm:prSet presAssocID="{3AC0F0ED-6120-48E1-8E48-07A403EE94F6}" presName="spacer" presStyleCnt="0"/>
      <dgm:spPr/>
    </dgm:pt>
    <dgm:pt modelId="{EF8F440E-BA76-4F1F-A2C3-439BADC364DC}" type="pres">
      <dgm:prSet presAssocID="{7231D5A6-5826-4A19-860B-993A184450D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7A20628-A22C-4AF7-9FCA-A953E68CD5A4}" type="pres">
      <dgm:prSet presAssocID="{48B6E65D-04B5-4042-931E-E8775FEAAC60}" presName="spacer" presStyleCnt="0"/>
      <dgm:spPr/>
    </dgm:pt>
    <dgm:pt modelId="{AD9E4290-B027-428D-8AEF-0F780F524240}" type="pres">
      <dgm:prSet presAssocID="{DED57899-C2B3-4140-8E56-AA1C5433D3D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64371B4-2B93-4B17-8264-28B8AC2B10BD}" type="pres">
      <dgm:prSet presAssocID="{BD0C60D8-6023-4714-BD8B-57EB74ED3E35}" presName="spacer" presStyleCnt="0"/>
      <dgm:spPr/>
    </dgm:pt>
    <dgm:pt modelId="{2054B615-F82A-45A3-A4B9-0349E0A64D5A}" type="pres">
      <dgm:prSet presAssocID="{6BDD8F42-DA21-4B99-8265-281FFB20F7B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09523BA-F096-44AA-B1AC-897F428AC8DB}" type="pres">
      <dgm:prSet presAssocID="{1C6E008B-4DD2-41AA-BBD1-661EF702641B}" presName="spacer" presStyleCnt="0"/>
      <dgm:spPr/>
    </dgm:pt>
    <dgm:pt modelId="{F2A525F1-959E-4E7B-8E04-C6542BB250C6}" type="pres">
      <dgm:prSet presAssocID="{E8B0F358-614C-41B6-BA6E-B97EEBCD452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9458A0B-EC8F-4837-8FB5-B4494B50EEBF}" srcId="{9F4E330B-7C6A-4BF9-8705-7D8F63A38C0B}" destId="{7231D5A6-5826-4A19-860B-993A184450D7}" srcOrd="3" destOrd="0" parTransId="{879BE99B-73ED-4049-B5B9-7201CFC26A5A}" sibTransId="{48B6E65D-04B5-4042-931E-E8775FEAAC60}"/>
    <dgm:cxn modelId="{B6C9180D-1B66-431E-93A4-81903283DE69}" srcId="{9F4E330B-7C6A-4BF9-8705-7D8F63A38C0B}" destId="{2DA716D7-D577-4198-9EAD-24E3B3F907ED}" srcOrd="1" destOrd="0" parTransId="{E64C8479-5283-49DD-82D9-0E11921B751B}" sibTransId="{44B984B1-0A6A-4307-B6E9-5765D884BE6D}"/>
    <dgm:cxn modelId="{C1EBDD1B-C168-4F7E-9B66-44EA80BFEC1D}" type="presOf" srcId="{6BDD8F42-DA21-4B99-8265-281FFB20F7B6}" destId="{2054B615-F82A-45A3-A4B9-0349E0A64D5A}" srcOrd="0" destOrd="0" presId="urn:microsoft.com/office/officeart/2005/8/layout/vList2"/>
    <dgm:cxn modelId="{F872A423-0081-4141-A6FC-A5607454BF63}" type="presOf" srcId="{662493DE-1DDE-4B1E-8E4C-F727FCCF09E5}" destId="{87F28824-32D8-41A1-AD9E-3D2F3692F4AB}" srcOrd="0" destOrd="0" presId="urn:microsoft.com/office/officeart/2005/8/layout/vList2"/>
    <dgm:cxn modelId="{A91C2942-C817-4DCE-AC22-7502C9939B74}" srcId="{9F4E330B-7C6A-4BF9-8705-7D8F63A38C0B}" destId="{B03FA64F-63DB-4D49-9900-017E1DB5AE7A}" srcOrd="2" destOrd="0" parTransId="{57A67579-30B6-4B77-9B58-959C28F7FA4F}" sibTransId="{3AC0F0ED-6120-48E1-8E48-07A403EE94F6}"/>
    <dgm:cxn modelId="{5E733776-73E3-498A-9977-E6762C33EE02}" type="presOf" srcId="{B03FA64F-63DB-4D49-9900-017E1DB5AE7A}" destId="{A4E706C4-049E-40AB-883C-7BA320D8D99A}" srcOrd="0" destOrd="0" presId="urn:microsoft.com/office/officeart/2005/8/layout/vList2"/>
    <dgm:cxn modelId="{CA825795-8356-42D1-89F3-411641D0D086}" type="presOf" srcId="{9F4E330B-7C6A-4BF9-8705-7D8F63A38C0B}" destId="{95DF0E1F-EAA8-4822-8346-AE31668547A6}" srcOrd="0" destOrd="0" presId="urn:microsoft.com/office/officeart/2005/8/layout/vList2"/>
    <dgm:cxn modelId="{E7A69D95-130C-43BB-B509-41D961EF01F9}" type="presOf" srcId="{7231D5A6-5826-4A19-860B-993A184450D7}" destId="{EF8F440E-BA76-4F1F-A2C3-439BADC364DC}" srcOrd="0" destOrd="0" presId="urn:microsoft.com/office/officeart/2005/8/layout/vList2"/>
    <dgm:cxn modelId="{FE419CA0-0CD5-4BE4-B570-E2C84D0ED491}" srcId="{9F4E330B-7C6A-4BF9-8705-7D8F63A38C0B}" destId="{662493DE-1DDE-4B1E-8E4C-F727FCCF09E5}" srcOrd="0" destOrd="0" parTransId="{578AE619-5EB5-4585-BBD0-7FA0B9415924}" sibTransId="{62BBF55A-FFB4-4905-9F12-F2709C0275FD}"/>
    <dgm:cxn modelId="{CF661FB9-CCA4-49DB-9689-9A6C34015B69}" srcId="{9F4E330B-7C6A-4BF9-8705-7D8F63A38C0B}" destId="{E8B0F358-614C-41B6-BA6E-B97EEBCD4528}" srcOrd="6" destOrd="0" parTransId="{86457F5B-BFA7-4A19-B66B-0414EAD4EEF3}" sibTransId="{D9AC97E4-FF11-4843-8B14-095E4EBC547B}"/>
    <dgm:cxn modelId="{5105F2C5-E4BB-4798-86A8-C98BAE344CB7}" srcId="{9F4E330B-7C6A-4BF9-8705-7D8F63A38C0B}" destId="{DED57899-C2B3-4140-8E56-AA1C5433D3DC}" srcOrd="4" destOrd="0" parTransId="{C9A1E21D-2955-4670-9386-4F08FF38DA8F}" sibTransId="{BD0C60D8-6023-4714-BD8B-57EB74ED3E35}"/>
    <dgm:cxn modelId="{EB93D6D7-8453-4C88-A404-F7B5DC872A94}" srcId="{9F4E330B-7C6A-4BF9-8705-7D8F63A38C0B}" destId="{6BDD8F42-DA21-4B99-8265-281FFB20F7B6}" srcOrd="5" destOrd="0" parTransId="{D2992262-D8BD-4D92-B300-D321BE472BCD}" sibTransId="{1C6E008B-4DD2-41AA-BBD1-661EF702641B}"/>
    <dgm:cxn modelId="{CD1839D8-BF63-4E9B-8C1D-0D18475F89AF}" type="presOf" srcId="{DED57899-C2B3-4140-8E56-AA1C5433D3DC}" destId="{AD9E4290-B027-428D-8AEF-0F780F524240}" srcOrd="0" destOrd="0" presId="urn:microsoft.com/office/officeart/2005/8/layout/vList2"/>
    <dgm:cxn modelId="{BFC30AEA-B73A-4D25-8BF8-55D0F8AD5E7B}" type="presOf" srcId="{2DA716D7-D577-4198-9EAD-24E3B3F907ED}" destId="{F948D2C1-09DF-4D44-B001-FDF81BFB4B24}" srcOrd="0" destOrd="0" presId="urn:microsoft.com/office/officeart/2005/8/layout/vList2"/>
    <dgm:cxn modelId="{DFF7FDFE-64EE-49BF-9B31-AD085A7BE0FB}" type="presOf" srcId="{E8B0F358-614C-41B6-BA6E-B97EEBCD4528}" destId="{F2A525F1-959E-4E7B-8E04-C6542BB250C6}" srcOrd="0" destOrd="0" presId="urn:microsoft.com/office/officeart/2005/8/layout/vList2"/>
    <dgm:cxn modelId="{C6EAC6AA-EAB8-4955-8423-1E66543AED71}" type="presParOf" srcId="{95DF0E1F-EAA8-4822-8346-AE31668547A6}" destId="{87F28824-32D8-41A1-AD9E-3D2F3692F4AB}" srcOrd="0" destOrd="0" presId="urn:microsoft.com/office/officeart/2005/8/layout/vList2"/>
    <dgm:cxn modelId="{654A8544-0931-418B-BB4A-446AB2A2E073}" type="presParOf" srcId="{95DF0E1F-EAA8-4822-8346-AE31668547A6}" destId="{740867AC-0133-451D-B7BC-6C9586A06248}" srcOrd="1" destOrd="0" presId="urn:microsoft.com/office/officeart/2005/8/layout/vList2"/>
    <dgm:cxn modelId="{48AD9CB0-E0FF-43B0-82CC-A5E049FB1CB4}" type="presParOf" srcId="{95DF0E1F-EAA8-4822-8346-AE31668547A6}" destId="{F948D2C1-09DF-4D44-B001-FDF81BFB4B24}" srcOrd="2" destOrd="0" presId="urn:microsoft.com/office/officeart/2005/8/layout/vList2"/>
    <dgm:cxn modelId="{AE1CD906-9E06-46EC-ABE9-25C7C2AB020C}" type="presParOf" srcId="{95DF0E1F-EAA8-4822-8346-AE31668547A6}" destId="{B10C04C6-D31B-4F33-BB34-C796A28B8DC8}" srcOrd="3" destOrd="0" presId="urn:microsoft.com/office/officeart/2005/8/layout/vList2"/>
    <dgm:cxn modelId="{B9D91746-E556-45F5-B69D-2E139A0000E2}" type="presParOf" srcId="{95DF0E1F-EAA8-4822-8346-AE31668547A6}" destId="{A4E706C4-049E-40AB-883C-7BA320D8D99A}" srcOrd="4" destOrd="0" presId="urn:microsoft.com/office/officeart/2005/8/layout/vList2"/>
    <dgm:cxn modelId="{47FC0303-F814-46AE-A7D4-7BC29E55201C}" type="presParOf" srcId="{95DF0E1F-EAA8-4822-8346-AE31668547A6}" destId="{544991A4-DA9D-412B-95FA-6635FA8E1242}" srcOrd="5" destOrd="0" presId="urn:microsoft.com/office/officeart/2005/8/layout/vList2"/>
    <dgm:cxn modelId="{9C723437-18AF-4AFE-B614-72701F14621C}" type="presParOf" srcId="{95DF0E1F-EAA8-4822-8346-AE31668547A6}" destId="{EF8F440E-BA76-4F1F-A2C3-439BADC364DC}" srcOrd="6" destOrd="0" presId="urn:microsoft.com/office/officeart/2005/8/layout/vList2"/>
    <dgm:cxn modelId="{54CA094F-044D-4EB2-A072-91065158CF3C}" type="presParOf" srcId="{95DF0E1F-EAA8-4822-8346-AE31668547A6}" destId="{A7A20628-A22C-4AF7-9FCA-A953E68CD5A4}" srcOrd="7" destOrd="0" presId="urn:microsoft.com/office/officeart/2005/8/layout/vList2"/>
    <dgm:cxn modelId="{FFE5C818-1FAE-41C6-B9D9-A396F4F13152}" type="presParOf" srcId="{95DF0E1F-EAA8-4822-8346-AE31668547A6}" destId="{AD9E4290-B027-428D-8AEF-0F780F524240}" srcOrd="8" destOrd="0" presId="urn:microsoft.com/office/officeart/2005/8/layout/vList2"/>
    <dgm:cxn modelId="{F4B35FE0-94FE-4FF3-91F6-40636528EC6D}" type="presParOf" srcId="{95DF0E1F-EAA8-4822-8346-AE31668547A6}" destId="{D64371B4-2B93-4B17-8264-28B8AC2B10BD}" srcOrd="9" destOrd="0" presId="urn:microsoft.com/office/officeart/2005/8/layout/vList2"/>
    <dgm:cxn modelId="{B19BBDE9-F8A1-418E-AB3C-14F459D719D1}" type="presParOf" srcId="{95DF0E1F-EAA8-4822-8346-AE31668547A6}" destId="{2054B615-F82A-45A3-A4B9-0349E0A64D5A}" srcOrd="10" destOrd="0" presId="urn:microsoft.com/office/officeart/2005/8/layout/vList2"/>
    <dgm:cxn modelId="{FAD25E4B-F31D-4D5C-8167-853BFDFC1AEA}" type="presParOf" srcId="{95DF0E1F-EAA8-4822-8346-AE31668547A6}" destId="{F09523BA-F096-44AA-B1AC-897F428AC8DB}" srcOrd="11" destOrd="0" presId="urn:microsoft.com/office/officeart/2005/8/layout/vList2"/>
    <dgm:cxn modelId="{F80F3722-C711-4577-961F-779D2FAB4F99}" type="presParOf" srcId="{95DF0E1F-EAA8-4822-8346-AE31668547A6}" destId="{F2A525F1-959E-4E7B-8E04-C6542BB250C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2F64F0-ABC0-4AF9-88B9-FC02DF43598F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C58988-2811-4CA9-8B5D-548373B6C286}">
      <dgm:prSet/>
      <dgm:spPr/>
      <dgm:t>
        <a:bodyPr/>
        <a:lstStyle/>
        <a:p>
          <a:r>
            <a:rPr lang="it-IT" b="1" i="0"/>
            <a:t>Ibrido guidato dal profilo di rischio:</a:t>
          </a:r>
          <a:endParaRPr lang="en-US"/>
        </a:p>
      </dgm:t>
    </dgm:pt>
    <dgm:pt modelId="{C26BDB5A-B47C-4272-8441-A3D12AC17AE8}" type="parTrans" cxnId="{9F7B2D4C-A399-46DC-B5E0-882656EDE2FE}">
      <dgm:prSet/>
      <dgm:spPr/>
      <dgm:t>
        <a:bodyPr/>
        <a:lstStyle/>
        <a:p>
          <a:endParaRPr lang="en-US"/>
        </a:p>
      </dgm:t>
    </dgm:pt>
    <dgm:pt modelId="{807E20BC-1B0E-428B-9D38-72262F77D983}" type="sibTrans" cxnId="{9F7B2D4C-A399-46DC-B5E0-882656EDE2FE}">
      <dgm:prSet/>
      <dgm:spPr/>
      <dgm:t>
        <a:bodyPr/>
        <a:lstStyle/>
        <a:p>
          <a:endParaRPr lang="en-US"/>
        </a:p>
      </dgm:t>
    </dgm:pt>
    <dgm:pt modelId="{DFE017AF-D06F-4DDA-9418-5D92621C3315}">
      <dgm:prSet/>
      <dgm:spPr/>
      <dgm:t>
        <a:bodyPr/>
        <a:lstStyle/>
        <a:p>
          <a:r>
            <a:rPr lang="it-IT" b="1" i="0"/>
            <a:t>analisi plan-driven a monte</a:t>
          </a:r>
          <a:r>
            <a:rPr lang="it-IT" b="0" i="0"/>
            <a:t> — requisiti noti e stabili a priori → specifica completa up-front</a:t>
          </a:r>
          <a:endParaRPr lang="en-US"/>
        </a:p>
      </dgm:t>
    </dgm:pt>
    <dgm:pt modelId="{EAFF16E4-9F9B-46C9-81FB-59340CF43967}" type="parTrans" cxnId="{0C032FF5-CA68-4D54-A598-34C2A9F18FD9}">
      <dgm:prSet/>
      <dgm:spPr/>
      <dgm:t>
        <a:bodyPr/>
        <a:lstStyle/>
        <a:p>
          <a:endParaRPr lang="en-US"/>
        </a:p>
      </dgm:t>
    </dgm:pt>
    <dgm:pt modelId="{55395496-37A6-4224-9987-7E065B52CA68}" type="sibTrans" cxnId="{0C032FF5-CA68-4D54-A598-34C2A9F18FD9}">
      <dgm:prSet/>
      <dgm:spPr/>
      <dgm:t>
        <a:bodyPr/>
        <a:lstStyle/>
        <a:p>
          <a:endParaRPr lang="en-US"/>
        </a:p>
      </dgm:t>
    </dgm:pt>
    <dgm:pt modelId="{5391D1DC-844F-45AF-938D-F7E8F8C48D83}">
      <dgm:prSet/>
      <dgm:spPr/>
      <dgm:t>
        <a:bodyPr/>
        <a:lstStyle/>
        <a:p>
          <a:r>
            <a:rPr lang="it-IT" b="1" i="0"/>
            <a:t>costruzione iterativa e incrementale</a:t>
          </a:r>
          <a:r>
            <a:rPr lang="it-IT" b="0" i="0"/>
            <a:t> (ispirata a Scrum) — il rischio era nella realizzazione: tecnologie al primo impiego, integrazione FE/BE</a:t>
          </a:r>
          <a:endParaRPr lang="en-US"/>
        </a:p>
      </dgm:t>
    </dgm:pt>
    <dgm:pt modelId="{4CF3E837-1249-4820-B5CE-4E4AEA1084E6}" type="parTrans" cxnId="{D14F8805-EBBB-4ED0-8F10-C78780ECD0F4}">
      <dgm:prSet/>
      <dgm:spPr/>
      <dgm:t>
        <a:bodyPr/>
        <a:lstStyle/>
        <a:p>
          <a:endParaRPr lang="en-US"/>
        </a:p>
      </dgm:t>
    </dgm:pt>
    <dgm:pt modelId="{CA2FD3A0-DA8C-4064-9A0E-B781DCBFF4C5}" type="sibTrans" cxnId="{D14F8805-EBBB-4ED0-8F10-C78780ECD0F4}">
      <dgm:prSet/>
      <dgm:spPr/>
      <dgm:t>
        <a:bodyPr/>
        <a:lstStyle/>
        <a:p>
          <a:endParaRPr lang="en-US"/>
        </a:p>
      </dgm:t>
    </dgm:pt>
    <dgm:pt modelId="{BB6AFC2A-5406-47D6-A4E6-9B93EA61334D}">
      <dgm:prSet/>
      <dgm:spPr/>
      <dgm:t>
        <a:bodyPr/>
        <a:lstStyle/>
        <a:p>
          <a:r>
            <a:rPr lang="it-IT" b="1" i="0"/>
            <a:t>Pratiche adottate:</a:t>
          </a:r>
          <a:r>
            <a:rPr lang="it-IT" b="0" i="0"/>
            <a:t> backlog prioritizzato · incrementi integrati e testati · allineamenti frequenti · review e retrospettive informali</a:t>
          </a:r>
          <a:endParaRPr lang="en-US"/>
        </a:p>
      </dgm:t>
    </dgm:pt>
    <dgm:pt modelId="{39E09EEC-FB9C-4D8D-83A0-3979F97AC1F6}" type="parTrans" cxnId="{529FF511-7AB4-4691-AF5E-478EC46C597F}">
      <dgm:prSet/>
      <dgm:spPr/>
      <dgm:t>
        <a:bodyPr/>
        <a:lstStyle/>
        <a:p>
          <a:endParaRPr lang="en-US"/>
        </a:p>
      </dgm:t>
    </dgm:pt>
    <dgm:pt modelId="{24C7E320-4672-40A9-8FF6-902E21521766}" type="sibTrans" cxnId="{529FF511-7AB4-4691-AF5E-478EC46C597F}">
      <dgm:prSet/>
      <dgm:spPr/>
      <dgm:t>
        <a:bodyPr/>
        <a:lstStyle/>
        <a:p>
          <a:endParaRPr lang="en-US"/>
        </a:p>
      </dgm:t>
    </dgm:pt>
    <dgm:pt modelId="{89B6C77B-F90A-4F69-A477-9A6E1CFDA42A}">
      <dgm:prSet/>
      <dgm:spPr/>
      <dgm:t>
        <a:bodyPr/>
        <a:lstStyle/>
        <a:p>
          <a:r>
            <a:rPr lang="it-IT" b="1" i="0"/>
            <a:t>Scartato consapevolmente:</a:t>
          </a:r>
          <a:r>
            <a:rPr lang="it-IT" b="0" i="0"/>
            <a:t> ruoli formali e cerimonie timeboxed — overhead sproporzionato per un team di 2</a:t>
          </a:r>
          <a:endParaRPr lang="en-US"/>
        </a:p>
      </dgm:t>
    </dgm:pt>
    <dgm:pt modelId="{DAD2BAB6-7C63-4C66-B0BD-7A671295502D}" type="parTrans" cxnId="{8E9F9E74-9CA7-4958-BD17-BF3538D7BECA}">
      <dgm:prSet/>
      <dgm:spPr/>
      <dgm:t>
        <a:bodyPr/>
        <a:lstStyle/>
        <a:p>
          <a:endParaRPr lang="en-US"/>
        </a:p>
      </dgm:t>
    </dgm:pt>
    <dgm:pt modelId="{6F0A44CC-60E6-453F-88CD-21129BEBC27D}" type="sibTrans" cxnId="{8E9F9E74-9CA7-4958-BD17-BF3538D7BECA}">
      <dgm:prSet/>
      <dgm:spPr/>
      <dgm:t>
        <a:bodyPr/>
        <a:lstStyle/>
        <a:p>
          <a:endParaRPr lang="en-US"/>
        </a:p>
      </dgm:t>
    </dgm:pt>
    <dgm:pt modelId="{53CACE26-1E4B-4408-A26B-4F0172895A6C}">
      <dgm:prSet/>
      <dgm:spPr/>
      <dgm:t>
        <a:bodyPr/>
        <a:lstStyle/>
        <a:p>
          <a:r>
            <a:rPr lang="it-IT" b="1" i="0"/>
            <a:t>Evidenza empirica (Git):</a:t>
          </a:r>
          <a:r>
            <a:rPr lang="it-IT" b="0" i="0"/>
            <a:t> 87 commit apr–giu 2026 — setup → picco architetturale (maggio) → stabilizzazione e bug-fixing (giugno)</a:t>
          </a:r>
          <a:endParaRPr lang="en-US"/>
        </a:p>
      </dgm:t>
    </dgm:pt>
    <dgm:pt modelId="{C1FBCAD8-CA9D-462A-81DB-1E3A917FB818}" type="parTrans" cxnId="{0148CECD-DCAF-4BE0-9960-17836C443947}">
      <dgm:prSet/>
      <dgm:spPr/>
      <dgm:t>
        <a:bodyPr/>
        <a:lstStyle/>
        <a:p>
          <a:endParaRPr lang="en-US"/>
        </a:p>
      </dgm:t>
    </dgm:pt>
    <dgm:pt modelId="{0561051E-D2C8-4844-B6D7-D5E6095A07D3}" type="sibTrans" cxnId="{0148CECD-DCAF-4BE0-9960-17836C443947}">
      <dgm:prSet/>
      <dgm:spPr/>
      <dgm:t>
        <a:bodyPr/>
        <a:lstStyle/>
        <a:p>
          <a:endParaRPr lang="en-US"/>
        </a:p>
      </dgm:t>
    </dgm:pt>
    <dgm:pt modelId="{E2F16A66-F4A6-4AA3-AD2C-3750D8750BC9}" type="pres">
      <dgm:prSet presAssocID="{F82F64F0-ABC0-4AF9-88B9-FC02DF43598F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504A0D-1CE9-4D24-ACCC-48B6202164B4}" type="pres">
      <dgm:prSet presAssocID="{6DC58988-2811-4CA9-8B5D-548373B6C286}" presName="root" presStyleCnt="0"/>
      <dgm:spPr/>
    </dgm:pt>
    <dgm:pt modelId="{29C856B9-8FD6-4EC8-91DD-4A4BA32604B1}" type="pres">
      <dgm:prSet presAssocID="{6DC58988-2811-4CA9-8B5D-548373B6C286}" presName="rootComposite" presStyleCnt="0"/>
      <dgm:spPr/>
    </dgm:pt>
    <dgm:pt modelId="{0D8EF19D-637C-430A-B812-8F15AF76F875}" type="pres">
      <dgm:prSet presAssocID="{6DC58988-2811-4CA9-8B5D-548373B6C286}" presName="rootText" presStyleLbl="node1" presStyleIdx="0" presStyleCnt="4"/>
      <dgm:spPr/>
    </dgm:pt>
    <dgm:pt modelId="{719272E5-3D6F-4D06-AB16-DC3466CC8C67}" type="pres">
      <dgm:prSet presAssocID="{6DC58988-2811-4CA9-8B5D-548373B6C286}" presName="rootConnector" presStyleLbl="node1" presStyleIdx="0" presStyleCnt="4"/>
      <dgm:spPr/>
    </dgm:pt>
    <dgm:pt modelId="{52E995D0-CA37-46DE-BFA0-A726C210E665}" type="pres">
      <dgm:prSet presAssocID="{6DC58988-2811-4CA9-8B5D-548373B6C286}" presName="childShape" presStyleCnt="0"/>
      <dgm:spPr/>
    </dgm:pt>
    <dgm:pt modelId="{182258AE-16AC-4FCE-AF4E-B0744D64340A}" type="pres">
      <dgm:prSet presAssocID="{EAFF16E4-9F9B-46C9-81FB-59340CF43967}" presName="Name13" presStyleLbl="parChTrans1D2" presStyleIdx="0" presStyleCnt="2"/>
      <dgm:spPr/>
    </dgm:pt>
    <dgm:pt modelId="{BEBD1495-06E2-4D56-9F8A-ABED3EE3368C}" type="pres">
      <dgm:prSet presAssocID="{DFE017AF-D06F-4DDA-9418-5D92621C3315}" presName="childText" presStyleLbl="bgAcc1" presStyleIdx="0" presStyleCnt="2">
        <dgm:presLayoutVars>
          <dgm:bulletEnabled val="1"/>
        </dgm:presLayoutVars>
      </dgm:prSet>
      <dgm:spPr/>
    </dgm:pt>
    <dgm:pt modelId="{848666F5-0EA4-46EF-9FD1-3BB4B6AD9D28}" type="pres">
      <dgm:prSet presAssocID="{4CF3E837-1249-4820-B5CE-4E4AEA1084E6}" presName="Name13" presStyleLbl="parChTrans1D2" presStyleIdx="1" presStyleCnt="2"/>
      <dgm:spPr/>
    </dgm:pt>
    <dgm:pt modelId="{E13E199D-2EC1-4792-ACE6-CF39270DD4F6}" type="pres">
      <dgm:prSet presAssocID="{5391D1DC-844F-45AF-938D-F7E8F8C48D83}" presName="childText" presStyleLbl="bgAcc1" presStyleIdx="1" presStyleCnt="2">
        <dgm:presLayoutVars>
          <dgm:bulletEnabled val="1"/>
        </dgm:presLayoutVars>
      </dgm:prSet>
      <dgm:spPr/>
    </dgm:pt>
    <dgm:pt modelId="{1995CF18-F7A3-4A54-B750-ADECE8D05CEC}" type="pres">
      <dgm:prSet presAssocID="{BB6AFC2A-5406-47D6-A4E6-9B93EA61334D}" presName="root" presStyleCnt="0"/>
      <dgm:spPr/>
    </dgm:pt>
    <dgm:pt modelId="{DC0A71B8-42ED-4751-BC46-330F52B5CB57}" type="pres">
      <dgm:prSet presAssocID="{BB6AFC2A-5406-47D6-A4E6-9B93EA61334D}" presName="rootComposite" presStyleCnt="0"/>
      <dgm:spPr/>
    </dgm:pt>
    <dgm:pt modelId="{9B9BEE4B-7721-4450-97C7-8DA85944410C}" type="pres">
      <dgm:prSet presAssocID="{BB6AFC2A-5406-47D6-A4E6-9B93EA61334D}" presName="rootText" presStyleLbl="node1" presStyleIdx="1" presStyleCnt="4"/>
      <dgm:spPr/>
    </dgm:pt>
    <dgm:pt modelId="{BEEB799E-88CE-46D5-AA51-A714EC679E6F}" type="pres">
      <dgm:prSet presAssocID="{BB6AFC2A-5406-47D6-A4E6-9B93EA61334D}" presName="rootConnector" presStyleLbl="node1" presStyleIdx="1" presStyleCnt="4"/>
      <dgm:spPr/>
    </dgm:pt>
    <dgm:pt modelId="{A09EB9AF-F739-4EEB-819E-736B3ACC4D06}" type="pres">
      <dgm:prSet presAssocID="{BB6AFC2A-5406-47D6-A4E6-9B93EA61334D}" presName="childShape" presStyleCnt="0"/>
      <dgm:spPr/>
    </dgm:pt>
    <dgm:pt modelId="{888D584B-1F67-4E36-9B21-180FB5E85DAF}" type="pres">
      <dgm:prSet presAssocID="{89B6C77B-F90A-4F69-A477-9A6E1CFDA42A}" presName="root" presStyleCnt="0"/>
      <dgm:spPr/>
    </dgm:pt>
    <dgm:pt modelId="{6AE50460-CC80-46D7-B96C-684E4F965755}" type="pres">
      <dgm:prSet presAssocID="{89B6C77B-F90A-4F69-A477-9A6E1CFDA42A}" presName="rootComposite" presStyleCnt="0"/>
      <dgm:spPr/>
    </dgm:pt>
    <dgm:pt modelId="{17626D28-786E-4042-8B88-3D26BF27A5CB}" type="pres">
      <dgm:prSet presAssocID="{89B6C77B-F90A-4F69-A477-9A6E1CFDA42A}" presName="rootText" presStyleLbl="node1" presStyleIdx="2" presStyleCnt="4"/>
      <dgm:spPr/>
    </dgm:pt>
    <dgm:pt modelId="{6B055AA3-721D-4DB5-8D51-4AF1E682DEEC}" type="pres">
      <dgm:prSet presAssocID="{89B6C77B-F90A-4F69-A477-9A6E1CFDA42A}" presName="rootConnector" presStyleLbl="node1" presStyleIdx="2" presStyleCnt="4"/>
      <dgm:spPr/>
    </dgm:pt>
    <dgm:pt modelId="{D750F235-CC3F-46DC-9CCA-D6491534C746}" type="pres">
      <dgm:prSet presAssocID="{89B6C77B-F90A-4F69-A477-9A6E1CFDA42A}" presName="childShape" presStyleCnt="0"/>
      <dgm:spPr/>
    </dgm:pt>
    <dgm:pt modelId="{16777BC7-A866-4107-BDCE-94E2F368CBEC}" type="pres">
      <dgm:prSet presAssocID="{53CACE26-1E4B-4408-A26B-4F0172895A6C}" presName="root" presStyleCnt="0"/>
      <dgm:spPr/>
    </dgm:pt>
    <dgm:pt modelId="{65E9E9C2-087F-4919-85AB-477587648069}" type="pres">
      <dgm:prSet presAssocID="{53CACE26-1E4B-4408-A26B-4F0172895A6C}" presName="rootComposite" presStyleCnt="0"/>
      <dgm:spPr/>
    </dgm:pt>
    <dgm:pt modelId="{C4E61528-094B-4B42-B1EF-8B296821363D}" type="pres">
      <dgm:prSet presAssocID="{53CACE26-1E4B-4408-A26B-4F0172895A6C}" presName="rootText" presStyleLbl="node1" presStyleIdx="3" presStyleCnt="4"/>
      <dgm:spPr/>
    </dgm:pt>
    <dgm:pt modelId="{1FA2845C-CF4F-4B5B-A87B-0D2453949413}" type="pres">
      <dgm:prSet presAssocID="{53CACE26-1E4B-4408-A26B-4F0172895A6C}" presName="rootConnector" presStyleLbl="node1" presStyleIdx="3" presStyleCnt="4"/>
      <dgm:spPr/>
    </dgm:pt>
    <dgm:pt modelId="{28B20B50-FDE3-4134-8A0C-ED288A6BC394}" type="pres">
      <dgm:prSet presAssocID="{53CACE26-1E4B-4408-A26B-4F0172895A6C}" presName="childShape" presStyleCnt="0"/>
      <dgm:spPr/>
    </dgm:pt>
  </dgm:ptLst>
  <dgm:cxnLst>
    <dgm:cxn modelId="{D14F8805-EBBB-4ED0-8F10-C78780ECD0F4}" srcId="{6DC58988-2811-4CA9-8B5D-548373B6C286}" destId="{5391D1DC-844F-45AF-938D-F7E8F8C48D83}" srcOrd="1" destOrd="0" parTransId="{4CF3E837-1249-4820-B5CE-4E4AEA1084E6}" sibTransId="{CA2FD3A0-DA8C-4064-9A0E-B781DCBFF4C5}"/>
    <dgm:cxn modelId="{C4B26011-2992-4EEC-B993-886364D877B9}" type="presOf" srcId="{89B6C77B-F90A-4F69-A477-9A6E1CFDA42A}" destId="{17626D28-786E-4042-8B88-3D26BF27A5CB}" srcOrd="0" destOrd="0" presId="urn:microsoft.com/office/officeart/2005/8/layout/hierarchy3"/>
    <dgm:cxn modelId="{529FF511-7AB4-4691-AF5E-478EC46C597F}" srcId="{F82F64F0-ABC0-4AF9-88B9-FC02DF43598F}" destId="{BB6AFC2A-5406-47D6-A4E6-9B93EA61334D}" srcOrd="1" destOrd="0" parTransId="{39E09EEC-FB9C-4D8D-83A0-3979F97AC1F6}" sibTransId="{24C7E320-4672-40A9-8FF6-902E21521766}"/>
    <dgm:cxn modelId="{4053483A-ACCC-4763-9C0E-969DFB0EF2A4}" type="presOf" srcId="{5391D1DC-844F-45AF-938D-F7E8F8C48D83}" destId="{E13E199D-2EC1-4792-ACE6-CF39270DD4F6}" srcOrd="0" destOrd="0" presId="urn:microsoft.com/office/officeart/2005/8/layout/hierarchy3"/>
    <dgm:cxn modelId="{31B26845-40BB-4750-B1C0-5824DF7AB9D9}" type="presOf" srcId="{BB6AFC2A-5406-47D6-A4E6-9B93EA61334D}" destId="{BEEB799E-88CE-46D5-AA51-A714EC679E6F}" srcOrd="1" destOrd="0" presId="urn:microsoft.com/office/officeart/2005/8/layout/hierarchy3"/>
    <dgm:cxn modelId="{9F7B2D4C-A399-46DC-B5E0-882656EDE2FE}" srcId="{F82F64F0-ABC0-4AF9-88B9-FC02DF43598F}" destId="{6DC58988-2811-4CA9-8B5D-548373B6C286}" srcOrd="0" destOrd="0" parTransId="{C26BDB5A-B47C-4272-8441-A3D12AC17AE8}" sibTransId="{807E20BC-1B0E-428B-9D38-72262F77D983}"/>
    <dgm:cxn modelId="{8E9F9E74-9CA7-4958-BD17-BF3538D7BECA}" srcId="{F82F64F0-ABC0-4AF9-88B9-FC02DF43598F}" destId="{89B6C77B-F90A-4F69-A477-9A6E1CFDA42A}" srcOrd="2" destOrd="0" parTransId="{DAD2BAB6-7C63-4C66-B0BD-7A671295502D}" sibTransId="{6F0A44CC-60E6-453F-88CD-21129BEBC27D}"/>
    <dgm:cxn modelId="{E592F078-FC8B-47A6-9DA4-807A462B3752}" type="presOf" srcId="{6DC58988-2811-4CA9-8B5D-548373B6C286}" destId="{0D8EF19D-637C-430A-B812-8F15AF76F875}" srcOrd="0" destOrd="0" presId="urn:microsoft.com/office/officeart/2005/8/layout/hierarchy3"/>
    <dgm:cxn modelId="{F7E97D8D-ECB8-44D2-B3D8-62C614615895}" type="presOf" srcId="{53CACE26-1E4B-4408-A26B-4F0172895A6C}" destId="{1FA2845C-CF4F-4B5B-A87B-0D2453949413}" srcOrd="1" destOrd="0" presId="urn:microsoft.com/office/officeart/2005/8/layout/hierarchy3"/>
    <dgm:cxn modelId="{47095CA9-E9E1-4B39-860C-9DFB6CC54849}" type="presOf" srcId="{6DC58988-2811-4CA9-8B5D-548373B6C286}" destId="{719272E5-3D6F-4D06-AB16-DC3466CC8C67}" srcOrd="1" destOrd="0" presId="urn:microsoft.com/office/officeart/2005/8/layout/hierarchy3"/>
    <dgm:cxn modelId="{A46BD0A9-26B2-4A90-A2F5-8DF2DB3BFDFB}" type="presOf" srcId="{89B6C77B-F90A-4F69-A477-9A6E1CFDA42A}" destId="{6B055AA3-721D-4DB5-8D51-4AF1E682DEEC}" srcOrd="1" destOrd="0" presId="urn:microsoft.com/office/officeart/2005/8/layout/hierarchy3"/>
    <dgm:cxn modelId="{307EE6B1-13D2-464F-B0F0-55072E006579}" type="presOf" srcId="{DFE017AF-D06F-4DDA-9418-5D92621C3315}" destId="{BEBD1495-06E2-4D56-9F8A-ABED3EE3368C}" srcOrd="0" destOrd="0" presId="urn:microsoft.com/office/officeart/2005/8/layout/hierarchy3"/>
    <dgm:cxn modelId="{0148CECD-DCAF-4BE0-9960-17836C443947}" srcId="{F82F64F0-ABC0-4AF9-88B9-FC02DF43598F}" destId="{53CACE26-1E4B-4408-A26B-4F0172895A6C}" srcOrd="3" destOrd="0" parTransId="{C1FBCAD8-CA9D-462A-81DB-1E3A917FB818}" sibTransId="{0561051E-D2C8-4844-B6D7-D5E6095A07D3}"/>
    <dgm:cxn modelId="{087499DC-10DC-406C-9F21-F07EAEF44507}" type="presOf" srcId="{F82F64F0-ABC0-4AF9-88B9-FC02DF43598F}" destId="{E2F16A66-F4A6-4AA3-AD2C-3750D8750BC9}" srcOrd="0" destOrd="0" presId="urn:microsoft.com/office/officeart/2005/8/layout/hierarchy3"/>
    <dgm:cxn modelId="{B46E00DF-C30C-4F58-A891-803A47DFAE27}" type="presOf" srcId="{EAFF16E4-9F9B-46C9-81FB-59340CF43967}" destId="{182258AE-16AC-4FCE-AF4E-B0744D64340A}" srcOrd="0" destOrd="0" presId="urn:microsoft.com/office/officeart/2005/8/layout/hierarchy3"/>
    <dgm:cxn modelId="{B2F440E3-5F2F-40AF-9943-963D566F6CB2}" type="presOf" srcId="{4CF3E837-1249-4820-B5CE-4E4AEA1084E6}" destId="{848666F5-0EA4-46EF-9FD1-3BB4B6AD9D28}" srcOrd="0" destOrd="0" presId="urn:microsoft.com/office/officeart/2005/8/layout/hierarchy3"/>
    <dgm:cxn modelId="{BB52E4E9-2958-4A38-8752-D2640AEB726D}" type="presOf" srcId="{53CACE26-1E4B-4408-A26B-4F0172895A6C}" destId="{C4E61528-094B-4B42-B1EF-8B296821363D}" srcOrd="0" destOrd="0" presId="urn:microsoft.com/office/officeart/2005/8/layout/hierarchy3"/>
    <dgm:cxn modelId="{0C032FF5-CA68-4D54-A598-34C2A9F18FD9}" srcId="{6DC58988-2811-4CA9-8B5D-548373B6C286}" destId="{DFE017AF-D06F-4DDA-9418-5D92621C3315}" srcOrd="0" destOrd="0" parTransId="{EAFF16E4-9F9B-46C9-81FB-59340CF43967}" sibTransId="{55395496-37A6-4224-9987-7E065B52CA68}"/>
    <dgm:cxn modelId="{DE63FCFE-6BA3-4BF6-B49A-0B59D6FF1327}" type="presOf" srcId="{BB6AFC2A-5406-47D6-A4E6-9B93EA61334D}" destId="{9B9BEE4B-7721-4450-97C7-8DA85944410C}" srcOrd="0" destOrd="0" presId="urn:microsoft.com/office/officeart/2005/8/layout/hierarchy3"/>
    <dgm:cxn modelId="{52E15577-7DF3-4D3B-9D75-3BB4C44F13BB}" type="presParOf" srcId="{E2F16A66-F4A6-4AA3-AD2C-3750D8750BC9}" destId="{21504A0D-1CE9-4D24-ACCC-48B6202164B4}" srcOrd="0" destOrd="0" presId="urn:microsoft.com/office/officeart/2005/8/layout/hierarchy3"/>
    <dgm:cxn modelId="{E5D7E588-8F52-4F60-A0CC-1523FA7AFDFE}" type="presParOf" srcId="{21504A0D-1CE9-4D24-ACCC-48B6202164B4}" destId="{29C856B9-8FD6-4EC8-91DD-4A4BA32604B1}" srcOrd="0" destOrd="0" presId="urn:microsoft.com/office/officeart/2005/8/layout/hierarchy3"/>
    <dgm:cxn modelId="{39DB1142-175A-4DD9-8E4B-2EB53F80311B}" type="presParOf" srcId="{29C856B9-8FD6-4EC8-91DD-4A4BA32604B1}" destId="{0D8EF19D-637C-430A-B812-8F15AF76F875}" srcOrd="0" destOrd="0" presId="urn:microsoft.com/office/officeart/2005/8/layout/hierarchy3"/>
    <dgm:cxn modelId="{8A3C7464-6E1A-45BE-811D-14698451608E}" type="presParOf" srcId="{29C856B9-8FD6-4EC8-91DD-4A4BA32604B1}" destId="{719272E5-3D6F-4D06-AB16-DC3466CC8C67}" srcOrd="1" destOrd="0" presId="urn:microsoft.com/office/officeart/2005/8/layout/hierarchy3"/>
    <dgm:cxn modelId="{FFC2D6B9-C4FD-41EC-80C8-19AC5F71E60C}" type="presParOf" srcId="{21504A0D-1CE9-4D24-ACCC-48B6202164B4}" destId="{52E995D0-CA37-46DE-BFA0-A726C210E665}" srcOrd="1" destOrd="0" presId="urn:microsoft.com/office/officeart/2005/8/layout/hierarchy3"/>
    <dgm:cxn modelId="{032F2FD3-B702-4462-A5B5-72C2274FB0E8}" type="presParOf" srcId="{52E995D0-CA37-46DE-BFA0-A726C210E665}" destId="{182258AE-16AC-4FCE-AF4E-B0744D64340A}" srcOrd="0" destOrd="0" presId="urn:microsoft.com/office/officeart/2005/8/layout/hierarchy3"/>
    <dgm:cxn modelId="{91426B84-DF42-414C-80A8-892EF6D8DD28}" type="presParOf" srcId="{52E995D0-CA37-46DE-BFA0-A726C210E665}" destId="{BEBD1495-06E2-4D56-9F8A-ABED3EE3368C}" srcOrd="1" destOrd="0" presId="urn:microsoft.com/office/officeart/2005/8/layout/hierarchy3"/>
    <dgm:cxn modelId="{369CD676-4DEC-4C47-97EF-EB9D5835ED46}" type="presParOf" srcId="{52E995D0-CA37-46DE-BFA0-A726C210E665}" destId="{848666F5-0EA4-46EF-9FD1-3BB4B6AD9D28}" srcOrd="2" destOrd="0" presId="urn:microsoft.com/office/officeart/2005/8/layout/hierarchy3"/>
    <dgm:cxn modelId="{4B10062E-6615-41FF-A802-AC635942EB95}" type="presParOf" srcId="{52E995D0-CA37-46DE-BFA0-A726C210E665}" destId="{E13E199D-2EC1-4792-ACE6-CF39270DD4F6}" srcOrd="3" destOrd="0" presId="urn:microsoft.com/office/officeart/2005/8/layout/hierarchy3"/>
    <dgm:cxn modelId="{80FE94B2-00D5-4C9E-8CB7-3EDFA2581EE3}" type="presParOf" srcId="{E2F16A66-F4A6-4AA3-AD2C-3750D8750BC9}" destId="{1995CF18-F7A3-4A54-B750-ADECE8D05CEC}" srcOrd="1" destOrd="0" presId="urn:microsoft.com/office/officeart/2005/8/layout/hierarchy3"/>
    <dgm:cxn modelId="{B1D857D7-16ED-4020-B490-D93B5CBACD36}" type="presParOf" srcId="{1995CF18-F7A3-4A54-B750-ADECE8D05CEC}" destId="{DC0A71B8-42ED-4751-BC46-330F52B5CB57}" srcOrd="0" destOrd="0" presId="urn:microsoft.com/office/officeart/2005/8/layout/hierarchy3"/>
    <dgm:cxn modelId="{26AC4861-477C-4EE0-B210-DC6FC3F74B0C}" type="presParOf" srcId="{DC0A71B8-42ED-4751-BC46-330F52B5CB57}" destId="{9B9BEE4B-7721-4450-97C7-8DA85944410C}" srcOrd="0" destOrd="0" presId="urn:microsoft.com/office/officeart/2005/8/layout/hierarchy3"/>
    <dgm:cxn modelId="{4A62F70F-0A18-4791-9772-1555E79BF03E}" type="presParOf" srcId="{DC0A71B8-42ED-4751-BC46-330F52B5CB57}" destId="{BEEB799E-88CE-46D5-AA51-A714EC679E6F}" srcOrd="1" destOrd="0" presId="urn:microsoft.com/office/officeart/2005/8/layout/hierarchy3"/>
    <dgm:cxn modelId="{8F4BAA1B-5F1F-42E0-A0E0-B5930861502D}" type="presParOf" srcId="{1995CF18-F7A3-4A54-B750-ADECE8D05CEC}" destId="{A09EB9AF-F739-4EEB-819E-736B3ACC4D06}" srcOrd="1" destOrd="0" presId="urn:microsoft.com/office/officeart/2005/8/layout/hierarchy3"/>
    <dgm:cxn modelId="{E9DC206C-61D8-4BE5-A64B-D565DC336617}" type="presParOf" srcId="{E2F16A66-F4A6-4AA3-AD2C-3750D8750BC9}" destId="{888D584B-1F67-4E36-9B21-180FB5E85DAF}" srcOrd="2" destOrd="0" presId="urn:microsoft.com/office/officeart/2005/8/layout/hierarchy3"/>
    <dgm:cxn modelId="{00CF9D41-9830-48CB-A895-AF4B467AA5DC}" type="presParOf" srcId="{888D584B-1F67-4E36-9B21-180FB5E85DAF}" destId="{6AE50460-CC80-46D7-B96C-684E4F965755}" srcOrd="0" destOrd="0" presId="urn:microsoft.com/office/officeart/2005/8/layout/hierarchy3"/>
    <dgm:cxn modelId="{D85C2AF0-EABC-4658-A348-A7B576E67B98}" type="presParOf" srcId="{6AE50460-CC80-46D7-B96C-684E4F965755}" destId="{17626D28-786E-4042-8B88-3D26BF27A5CB}" srcOrd="0" destOrd="0" presId="urn:microsoft.com/office/officeart/2005/8/layout/hierarchy3"/>
    <dgm:cxn modelId="{25C3F5C3-3463-4D23-98E0-EB3DAF8D8818}" type="presParOf" srcId="{6AE50460-CC80-46D7-B96C-684E4F965755}" destId="{6B055AA3-721D-4DB5-8D51-4AF1E682DEEC}" srcOrd="1" destOrd="0" presId="urn:microsoft.com/office/officeart/2005/8/layout/hierarchy3"/>
    <dgm:cxn modelId="{F9AA7488-AFEB-4E41-B29B-8CDA8A2BEC82}" type="presParOf" srcId="{888D584B-1F67-4E36-9B21-180FB5E85DAF}" destId="{D750F235-CC3F-46DC-9CCA-D6491534C746}" srcOrd="1" destOrd="0" presId="urn:microsoft.com/office/officeart/2005/8/layout/hierarchy3"/>
    <dgm:cxn modelId="{A28E6A43-E158-4244-BF7A-642FF9E0427B}" type="presParOf" srcId="{E2F16A66-F4A6-4AA3-AD2C-3750D8750BC9}" destId="{16777BC7-A866-4107-BDCE-94E2F368CBEC}" srcOrd="3" destOrd="0" presId="urn:microsoft.com/office/officeart/2005/8/layout/hierarchy3"/>
    <dgm:cxn modelId="{7B0E615C-7C11-4C88-BCD9-6797D47831CC}" type="presParOf" srcId="{16777BC7-A866-4107-BDCE-94E2F368CBEC}" destId="{65E9E9C2-087F-4919-85AB-477587648069}" srcOrd="0" destOrd="0" presId="urn:microsoft.com/office/officeart/2005/8/layout/hierarchy3"/>
    <dgm:cxn modelId="{0969F18F-7BBE-467B-81C4-8D6B81A920D4}" type="presParOf" srcId="{65E9E9C2-087F-4919-85AB-477587648069}" destId="{C4E61528-094B-4B42-B1EF-8B296821363D}" srcOrd="0" destOrd="0" presId="urn:microsoft.com/office/officeart/2005/8/layout/hierarchy3"/>
    <dgm:cxn modelId="{B92C8384-29D1-45AD-8674-BF98E5F068AE}" type="presParOf" srcId="{65E9E9C2-087F-4919-85AB-477587648069}" destId="{1FA2845C-CF4F-4B5B-A87B-0D2453949413}" srcOrd="1" destOrd="0" presId="urn:microsoft.com/office/officeart/2005/8/layout/hierarchy3"/>
    <dgm:cxn modelId="{4496666A-87EA-429A-80F9-2B293E63882B}" type="presParOf" srcId="{16777BC7-A866-4107-BDCE-94E2F368CBEC}" destId="{28B20B50-FDE3-4134-8A0C-ED288A6BC39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F9618E-5DBA-4DE1-909D-B9D53C8BC39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4B852D-B00A-4682-903F-9D5DD9AFC140}">
      <dgm:prSet/>
      <dgm:spPr/>
      <dgm:t>
        <a:bodyPr/>
        <a:lstStyle/>
        <a:p>
          <a:r>
            <a:rPr lang="it-IT" b="1" i="0"/>
            <a:t>Analisi up-front:</a:t>
          </a:r>
          <a:r>
            <a:rPr lang="it-IT" b="0" i="0"/>
            <a:t> use case UML + 2 casi d’uso dettagliati (modello Cockburn) con mock-up</a:t>
          </a:r>
          <a:endParaRPr lang="en-US"/>
        </a:p>
      </dgm:t>
    </dgm:pt>
    <dgm:pt modelId="{AD722B9A-25E9-4022-A117-726278C74EEA}" type="parTrans" cxnId="{AD313472-4201-4B87-9F3F-15ADCB6B0762}">
      <dgm:prSet/>
      <dgm:spPr/>
      <dgm:t>
        <a:bodyPr/>
        <a:lstStyle/>
        <a:p>
          <a:endParaRPr lang="en-US"/>
        </a:p>
      </dgm:t>
    </dgm:pt>
    <dgm:pt modelId="{15FAAE42-4583-44CD-81FE-5456467FB371}" type="sibTrans" cxnId="{AD313472-4201-4B87-9F3F-15ADCB6B0762}">
      <dgm:prSet/>
      <dgm:spPr/>
      <dgm:t>
        <a:bodyPr/>
        <a:lstStyle/>
        <a:p>
          <a:endParaRPr lang="en-US"/>
        </a:p>
      </dgm:t>
    </dgm:pt>
    <dgm:pt modelId="{B3D3F603-1996-41D2-8FCB-E744E0785121}">
      <dgm:prSet/>
      <dgm:spPr/>
      <dgm:t>
        <a:bodyPr/>
        <a:lstStyle/>
        <a:p>
          <a:r>
            <a:rPr lang="it-IT" b="1" i="0"/>
            <a:t>Funzionali (RF-01…07):</a:t>
          </a:r>
          <a:r>
            <a:rPr lang="it-IT" b="0" i="0"/>
            <a:t> autenticazione · gestione issue · filtri · assegnazione e notifiche · etichette · ruolo readonly · scadenze</a:t>
          </a:r>
          <a:endParaRPr lang="en-US"/>
        </a:p>
      </dgm:t>
    </dgm:pt>
    <dgm:pt modelId="{F112F77B-56C3-408C-AEF6-31EBE9E73313}" type="parTrans" cxnId="{62AF9C4A-0058-4F36-9A44-22928B9E56B2}">
      <dgm:prSet/>
      <dgm:spPr/>
      <dgm:t>
        <a:bodyPr/>
        <a:lstStyle/>
        <a:p>
          <a:endParaRPr lang="en-US"/>
        </a:p>
      </dgm:t>
    </dgm:pt>
    <dgm:pt modelId="{5A9360A7-5577-4388-9EBB-E87771519728}" type="sibTrans" cxnId="{62AF9C4A-0058-4F36-9A44-22928B9E56B2}">
      <dgm:prSet/>
      <dgm:spPr/>
      <dgm:t>
        <a:bodyPr/>
        <a:lstStyle/>
        <a:p>
          <a:endParaRPr lang="en-US"/>
        </a:p>
      </dgm:t>
    </dgm:pt>
    <dgm:pt modelId="{07660627-1BE7-431B-8B91-7271E2B0954B}">
      <dgm:prSet/>
      <dgm:spPr/>
      <dgm:t>
        <a:bodyPr/>
        <a:lstStyle/>
        <a:p>
          <a:r>
            <a:rPr lang="it-IT" b="1" i="0"/>
            <a:t>Non funzionali misurabili e verificabili:</a:t>
          </a:r>
          <a:endParaRPr lang="en-US"/>
        </a:p>
      </dgm:t>
    </dgm:pt>
    <dgm:pt modelId="{81295AD1-8621-45B1-817C-EA44B97A1DC8}" type="parTrans" cxnId="{2A902B8B-B58A-4D2D-A5E0-4F799CAADA03}">
      <dgm:prSet/>
      <dgm:spPr/>
      <dgm:t>
        <a:bodyPr/>
        <a:lstStyle/>
        <a:p>
          <a:endParaRPr lang="en-US"/>
        </a:p>
      </dgm:t>
    </dgm:pt>
    <dgm:pt modelId="{FEB964D1-328C-4D79-B4B6-BF4699425C32}" type="sibTrans" cxnId="{2A902B8B-B58A-4D2D-A5E0-4F799CAADA03}">
      <dgm:prSet/>
      <dgm:spPr/>
      <dgm:t>
        <a:bodyPr/>
        <a:lstStyle/>
        <a:p>
          <a:endParaRPr lang="en-US"/>
        </a:p>
      </dgm:t>
    </dgm:pt>
    <dgm:pt modelId="{525687F7-022D-497C-BF46-E64D56D9C328}">
      <dgm:prSet/>
      <dgm:spPr/>
      <dgm:t>
        <a:bodyPr/>
        <a:lstStyle/>
        <a:p>
          <a:r>
            <a:rPr lang="it-IT" b="1" i="0"/>
            <a:t>Sicurezza</a:t>
          </a:r>
          <a:r>
            <a:rPr lang="it-IT" b="0" i="0"/>
            <a:t> — password mai in chiaro (BCrypt), autorizzazione per ruolo</a:t>
          </a:r>
          <a:endParaRPr lang="en-US"/>
        </a:p>
      </dgm:t>
    </dgm:pt>
    <dgm:pt modelId="{7F5B2150-1CAC-4682-A7B0-0128FAC95838}" type="parTrans" cxnId="{A0DD1C84-72F2-4209-98A9-00C5B7A72C68}">
      <dgm:prSet/>
      <dgm:spPr/>
      <dgm:t>
        <a:bodyPr/>
        <a:lstStyle/>
        <a:p>
          <a:endParaRPr lang="en-US"/>
        </a:p>
      </dgm:t>
    </dgm:pt>
    <dgm:pt modelId="{ECB0AAC6-EA24-4869-9FF0-F395975D406C}" type="sibTrans" cxnId="{A0DD1C84-72F2-4209-98A9-00C5B7A72C68}">
      <dgm:prSet/>
      <dgm:spPr/>
      <dgm:t>
        <a:bodyPr/>
        <a:lstStyle/>
        <a:p>
          <a:endParaRPr lang="en-US"/>
        </a:p>
      </dgm:t>
    </dgm:pt>
    <dgm:pt modelId="{7958DCED-C5F2-41E2-A205-2534A6F0B70B}">
      <dgm:prSet/>
      <dgm:spPr/>
      <dgm:t>
        <a:bodyPr/>
        <a:lstStyle/>
        <a:p>
          <a:r>
            <a:rPr lang="it-IT" b="1" i="0"/>
            <a:t>Integrità</a:t>
          </a:r>
          <a:r>
            <a:rPr lang="it-IT" b="0" i="0"/>
            <a:t> — niente lost update su modifiche concorrenti → errore esplicito</a:t>
          </a:r>
          <a:endParaRPr lang="en-US"/>
        </a:p>
      </dgm:t>
    </dgm:pt>
    <dgm:pt modelId="{C800695D-5DAE-4299-98FA-D4F86BCCF8B6}" type="parTrans" cxnId="{439A1383-A0D7-4ED6-B41B-E6F9BC664399}">
      <dgm:prSet/>
      <dgm:spPr/>
      <dgm:t>
        <a:bodyPr/>
        <a:lstStyle/>
        <a:p>
          <a:endParaRPr lang="en-US"/>
        </a:p>
      </dgm:t>
    </dgm:pt>
    <dgm:pt modelId="{22A3413A-6EBB-49A4-80F0-175A5173CE3F}" type="sibTrans" cxnId="{439A1383-A0D7-4ED6-B41B-E6F9BC664399}">
      <dgm:prSet/>
      <dgm:spPr/>
      <dgm:t>
        <a:bodyPr/>
        <a:lstStyle/>
        <a:p>
          <a:endParaRPr lang="en-US"/>
        </a:p>
      </dgm:t>
    </dgm:pt>
    <dgm:pt modelId="{763FF1B6-436D-4797-B9F4-D0BEF1D9C036}">
      <dgm:prSet/>
      <dgm:spPr/>
      <dgm:t>
        <a:bodyPr/>
        <a:lstStyle/>
        <a:p>
          <a:r>
            <a:rPr lang="it-IT" b="1" i="0"/>
            <a:t>Affidabilità</a:t>
          </a:r>
          <a:r>
            <a:rPr lang="it-IT" b="0" i="0"/>
            <a:t> — disponibilità ≥ 99.5% · RTO 15 min · RPO 24 h · self-healing</a:t>
          </a:r>
          <a:endParaRPr lang="en-US"/>
        </a:p>
      </dgm:t>
    </dgm:pt>
    <dgm:pt modelId="{84A3120A-86B8-453D-B5A6-C332C02ED23B}" type="parTrans" cxnId="{FB6D89BE-4234-4EE9-B9E7-CF54415567CD}">
      <dgm:prSet/>
      <dgm:spPr/>
      <dgm:t>
        <a:bodyPr/>
        <a:lstStyle/>
        <a:p>
          <a:endParaRPr lang="en-US"/>
        </a:p>
      </dgm:t>
    </dgm:pt>
    <dgm:pt modelId="{CACB0BF7-799F-4CF8-9C90-AD9B3AD6F649}" type="sibTrans" cxnId="{FB6D89BE-4234-4EE9-B9E7-CF54415567CD}">
      <dgm:prSet/>
      <dgm:spPr/>
      <dgm:t>
        <a:bodyPr/>
        <a:lstStyle/>
        <a:p>
          <a:endParaRPr lang="en-US"/>
        </a:p>
      </dgm:t>
    </dgm:pt>
    <dgm:pt modelId="{556F9FA2-606D-4E2C-8C8D-3C18CD202502}">
      <dgm:prSet/>
      <dgm:spPr/>
      <dgm:t>
        <a:bodyPr/>
        <a:lstStyle/>
        <a:p>
          <a:r>
            <a:rPr lang="it-IT" b="1" i="0"/>
            <a:t>Prestazioni</a:t>
          </a:r>
          <a:r>
            <a:rPr lang="it-IT" b="0" i="0"/>
            <a:t> — p95 ≤ 1 s con 20 utenti concorrenti (misurato: ≈165 ms)</a:t>
          </a:r>
          <a:endParaRPr lang="en-US"/>
        </a:p>
      </dgm:t>
    </dgm:pt>
    <dgm:pt modelId="{881FC99A-9B39-4E10-8828-E5D633C69CF1}" type="parTrans" cxnId="{A2F66B1D-8D2B-475B-87B6-808B2068D662}">
      <dgm:prSet/>
      <dgm:spPr/>
      <dgm:t>
        <a:bodyPr/>
        <a:lstStyle/>
        <a:p>
          <a:endParaRPr lang="en-US"/>
        </a:p>
      </dgm:t>
    </dgm:pt>
    <dgm:pt modelId="{533B0A79-EDB1-453C-B204-38CAD3FD2E53}" type="sibTrans" cxnId="{A2F66B1D-8D2B-475B-87B6-808B2068D662}">
      <dgm:prSet/>
      <dgm:spPr/>
      <dgm:t>
        <a:bodyPr/>
        <a:lstStyle/>
        <a:p>
          <a:endParaRPr lang="en-US"/>
        </a:p>
      </dgm:t>
    </dgm:pt>
    <dgm:pt modelId="{F0B31670-0FBC-46FA-B152-EDB5E9CADF03}">
      <dgm:prSet/>
      <dgm:spPr/>
      <dgm:t>
        <a:bodyPr/>
        <a:lstStyle/>
        <a:p>
          <a:r>
            <a:rPr lang="it-IT" b="1" i="0"/>
            <a:t>Vincoli progettuali (RS-01…09):</a:t>
          </a:r>
          <a:r>
            <a:rPr lang="it-IT" b="0" i="0"/>
            <a:t> stack imposto · API REST · layering · versioning ottimistico · anti-XSS / anti-SQL injection</a:t>
          </a:r>
          <a:endParaRPr lang="en-US"/>
        </a:p>
      </dgm:t>
    </dgm:pt>
    <dgm:pt modelId="{5856303E-D3A2-40D2-9099-6A0273EEC508}" type="parTrans" cxnId="{7F1D9052-EEE0-482F-BA2C-2C3F4E2A3D9B}">
      <dgm:prSet/>
      <dgm:spPr/>
      <dgm:t>
        <a:bodyPr/>
        <a:lstStyle/>
        <a:p>
          <a:endParaRPr lang="en-US"/>
        </a:p>
      </dgm:t>
    </dgm:pt>
    <dgm:pt modelId="{A02812FE-25DE-4616-B9E2-B5545353FE8E}" type="sibTrans" cxnId="{7F1D9052-EEE0-482F-BA2C-2C3F4E2A3D9B}">
      <dgm:prSet/>
      <dgm:spPr/>
      <dgm:t>
        <a:bodyPr/>
        <a:lstStyle/>
        <a:p>
          <a:endParaRPr lang="en-US"/>
        </a:p>
      </dgm:t>
    </dgm:pt>
    <dgm:pt modelId="{043432E5-AD86-4D81-80ED-DF7B84BDEE91}" type="pres">
      <dgm:prSet presAssocID="{6EF9618E-5DBA-4DE1-909D-B9D53C8BC39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9BBCA1E-E4F2-479D-A66D-B5F271206D6A}" type="pres">
      <dgm:prSet presAssocID="{274B852D-B00A-4682-903F-9D5DD9AFC140}" presName="hierRoot1" presStyleCnt="0">
        <dgm:presLayoutVars>
          <dgm:hierBranch val="init"/>
        </dgm:presLayoutVars>
      </dgm:prSet>
      <dgm:spPr/>
    </dgm:pt>
    <dgm:pt modelId="{148CE202-5C9B-4A35-828F-32537094D468}" type="pres">
      <dgm:prSet presAssocID="{274B852D-B00A-4682-903F-9D5DD9AFC140}" presName="rootComposite1" presStyleCnt="0"/>
      <dgm:spPr/>
    </dgm:pt>
    <dgm:pt modelId="{7EDBE1EA-A881-45F1-A991-5FD238557DAA}" type="pres">
      <dgm:prSet presAssocID="{274B852D-B00A-4682-903F-9D5DD9AFC140}" presName="rootText1" presStyleLbl="node0" presStyleIdx="0" presStyleCnt="4">
        <dgm:presLayoutVars>
          <dgm:chPref val="3"/>
        </dgm:presLayoutVars>
      </dgm:prSet>
      <dgm:spPr/>
    </dgm:pt>
    <dgm:pt modelId="{736CF9E9-6AE8-4F4E-9565-8B0CD66027D0}" type="pres">
      <dgm:prSet presAssocID="{274B852D-B00A-4682-903F-9D5DD9AFC140}" presName="rootConnector1" presStyleLbl="node1" presStyleIdx="0" presStyleCnt="0"/>
      <dgm:spPr/>
    </dgm:pt>
    <dgm:pt modelId="{CEC6A000-ADB2-4822-B5F1-342F4BFFE9CF}" type="pres">
      <dgm:prSet presAssocID="{274B852D-B00A-4682-903F-9D5DD9AFC140}" presName="hierChild2" presStyleCnt="0"/>
      <dgm:spPr/>
    </dgm:pt>
    <dgm:pt modelId="{408149B5-D5D8-4EF2-AC72-D66BAC8C8D41}" type="pres">
      <dgm:prSet presAssocID="{274B852D-B00A-4682-903F-9D5DD9AFC140}" presName="hierChild3" presStyleCnt="0"/>
      <dgm:spPr/>
    </dgm:pt>
    <dgm:pt modelId="{D3BB8F1B-358E-409A-991F-E85767FE6E47}" type="pres">
      <dgm:prSet presAssocID="{B3D3F603-1996-41D2-8FCB-E744E0785121}" presName="hierRoot1" presStyleCnt="0">
        <dgm:presLayoutVars>
          <dgm:hierBranch val="init"/>
        </dgm:presLayoutVars>
      </dgm:prSet>
      <dgm:spPr/>
    </dgm:pt>
    <dgm:pt modelId="{47B53D25-80E1-4DCC-A69A-4ADFD8F5A291}" type="pres">
      <dgm:prSet presAssocID="{B3D3F603-1996-41D2-8FCB-E744E0785121}" presName="rootComposite1" presStyleCnt="0"/>
      <dgm:spPr/>
    </dgm:pt>
    <dgm:pt modelId="{64A5849C-FE68-4D79-8B2A-7C9F2AE8090C}" type="pres">
      <dgm:prSet presAssocID="{B3D3F603-1996-41D2-8FCB-E744E0785121}" presName="rootText1" presStyleLbl="node0" presStyleIdx="1" presStyleCnt="4">
        <dgm:presLayoutVars>
          <dgm:chPref val="3"/>
        </dgm:presLayoutVars>
      </dgm:prSet>
      <dgm:spPr/>
    </dgm:pt>
    <dgm:pt modelId="{607C8188-8171-48B0-BE65-7918A38ADD0B}" type="pres">
      <dgm:prSet presAssocID="{B3D3F603-1996-41D2-8FCB-E744E0785121}" presName="rootConnector1" presStyleLbl="node1" presStyleIdx="0" presStyleCnt="0"/>
      <dgm:spPr/>
    </dgm:pt>
    <dgm:pt modelId="{B2F7E319-B6B9-4ED9-8256-AEFCF13310DA}" type="pres">
      <dgm:prSet presAssocID="{B3D3F603-1996-41D2-8FCB-E744E0785121}" presName="hierChild2" presStyleCnt="0"/>
      <dgm:spPr/>
    </dgm:pt>
    <dgm:pt modelId="{AC21EB43-F5E2-4EB7-9EF7-5B39400355FC}" type="pres">
      <dgm:prSet presAssocID="{B3D3F603-1996-41D2-8FCB-E744E0785121}" presName="hierChild3" presStyleCnt="0"/>
      <dgm:spPr/>
    </dgm:pt>
    <dgm:pt modelId="{68A76D1B-9D27-41AD-8854-F1BFC8ECD516}" type="pres">
      <dgm:prSet presAssocID="{07660627-1BE7-431B-8B91-7271E2B0954B}" presName="hierRoot1" presStyleCnt="0">
        <dgm:presLayoutVars>
          <dgm:hierBranch val="init"/>
        </dgm:presLayoutVars>
      </dgm:prSet>
      <dgm:spPr/>
    </dgm:pt>
    <dgm:pt modelId="{A173157F-0571-4C51-B979-697E32EB610F}" type="pres">
      <dgm:prSet presAssocID="{07660627-1BE7-431B-8B91-7271E2B0954B}" presName="rootComposite1" presStyleCnt="0"/>
      <dgm:spPr/>
    </dgm:pt>
    <dgm:pt modelId="{6C83CCA0-88AC-4DB2-9627-7E4337D9C2D5}" type="pres">
      <dgm:prSet presAssocID="{07660627-1BE7-431B-8B91-7271E2B0954B}" presName="rootText1" presStyleLbl="node0" presStyleIdx="2" presStyleCnt="4">
        <dgm:presLayoutVars>
          <dgm:chPref val="3"/>
        </dgm:presLayoutVars>
      </dgm:prSet>
      <dgm:spPr/>
    </dgm:pt>
    <dgm:pt modelId="{732169BE-0A97-4B28-B047-309FC494172A}" type="pres">
      <dgm:prSet presAssocID="{07660627-1BE7-431B-8B91-7271E2B0954B}" presName="rootConnector1" presStyleLbl="node1" presStyleIdx="0" presStyleCnt="0"/>
      <dgm:spPr/>
    </dgm:pt>
    <dgm:pt modelId="{B7503BEB-F938-4289-AE88-07F9CCC582C8}" type="pres">
      <dgm:prSet presAssocID="{07660627-1BE7-431B-8B91-7271E2B0954B}" presName="hierChild2" presStyleCnt="0"/>
      <dgm:spPr/>
    </dgm:pt>
    <dgm:pt modelId="{81083C24-8DE6-4063-B0C8-422110EAEB6F}" type="pres">
      <dgm:prSet presAssocID="{7F5B2150-1CAC-4682-A7B0-0128FAC95838}" presName="Name64" presStyleLbl="parChTrans1D2" presStyleIdx="0" presStyleCnt="4"/>
      <dgm:spPr/>
    </dgm:pt>
    <dgm:pt modelId="{91224856-15EA-4047-89B0-1BB7C9DE7AC5}" type="pres">
      <dgm:prSet presAssocID="{525687F7-022D-497C-BF46-E64D56D9C328}" presName="hierRoot2" presStyleCnt="0">
        <dgm:presLayoutVars>
          <dgm:hierBranch val="init"/>
        </dgm:presLayoutVars>
      </dgm:prSet>
      <dgm:spPr/>
    </dgm:pt>
    <dgm:pt modelId="{326DD657-F728-490A-86CE-DE02D687DE38}" type="pres">
      <dgm:prSet presAssocID="{525687F7-022D-497C-BF46-E64D56D9C328}" presName="rootComposite" presStyleCnt="0"/>
      <dgm:spPr/>
    </dgm:pt>
    <dgm:pt modelId="{940B87EB-FE84-48BF-A117-7C8391D640EB}" type="pres">
      <dgm:prSet presAssocID="{525687F7-022D-497C-BF46-E64D56D9C328}" presName="rootText" presStyleLbl="node2" presStyleIdx="0" presStyleCnt="4">
        <dgm:presLayoutVars>
          <dgm:chPref val="3"/>
        </dgm:presLayoutVars>
      </dgm:prSet>
      <dgm:spPr/>
    </dgm:pt>
    <dgm:pt modelId="{843490CF-70CD-4D1C-A528-F2E91CB563AA}" type="pres">
      <dgm:prSet presAssocID="{525687F7-022D-497C-BF46-E64D56D9C328}" presName="rootConnector" presStyleLbl="node2" presStyleIdx="0" presStyleCnt="4"/>
      <dgm:spPr/>
    </dgm:pt>
    <dgm:pt modelId="{7A469BD0-985F-4B74-BB09-6C7D6FADE0AB}" type="pres">
      <dgm:prSet presAssocID="{525687F7-022D-497C-BF46-E64D56D9C328}" presName="hierChild4" presStyleCnt="0"/>
      <dgm:spPr/>
    </dgm:pt>
    <dgm:pt modelId="{7B9F9970-8AF7-44FC-B20C-79FD5298A907}" type="pres">
      <dgm:prSet presAssocID="{525687F7-022D-497C-BF46-E64D56D9C328}" presName="hierChild5" presStyleCnt="0"/>
      <dgm:spPr/>
    </dgm:pt>
    <dgm:pt modelId="{C118585C-E248-4651-A593-349C6DF09622}" type="pres">
      <dgm:prSet presAssocID="{C800695D-5DAE-4299-98FA-D4F86BCCF8B6}" presName="Name64" presStyleLbl="parChTrans1D2" presStyleIdx="1" presStyleCnt="4"/>
      <dgm:spPr/>
    </dgm:pt>
    <dgm:pt modelId="{D5EEDE89-0B54-462B-A0F0-9234028631B7}" type="pres">
      <dgm:prSet presAssocID="{7958DCED-C5F2-41E2-A205-2534A6F0B70B}" presName="hierRoot2" presStyleCnt="0">
        <dgm:presLayoutVars>
          <dgm:hierBranch val="init"/>
        </dgm:presLayoutVars>
      </dgm:prSet>
      <dgm:spPr/>
    </dgm:pt>
    <dgm:pt modelId="{7E1CC044-CCA6-46E6-88DD-B2755823E000}" type="pres">
      <dgm:prSet presAssocID="{7958DCED-C5F2-41E2-A205-2534A6F0B70B}" presName="rootComposite" presStyleCnt="0"/>
      <dgm:spPr/>
    </dgm:pt>
    <dgm:pt modelId="{83247E62-7E30-49C9-8D4B-0D20E4D877BC}" type="pres">
      <dgm:prSet presAssocID="{7958DCED-C5F2-41E2-A205-2534A6F0B70B}" presName="rootText" presStyleLbl="node2" presStyleIdx="1" presStyleCnt="4">
        <dgm:presLayoutVars>
          <dgm:chPref val="3"/>
        </dgm:presLayoutVars>
      </dgm:prSet>
      <dgm:spPr/>
    </dgm:pt>
    <dgm:pt modelId="{C8E95C8E-EB25-446E-BE4C-1A2E6F3F80EB}" type="pres">
      <dgm:prSet presAssocID="{7958DCED-C5F2-41E2-A205-2534A6F0B70B}" presName="rootConnector" presStyleLbl="node2" presStyleIdx="1" presStyleCnt="4"/>
      <dgm:spPr/>
    </dgm:pt>
    <dgm:pt modelId="{75486A05-0F45-4362-8663-7579D718A4CC}" type="pres">
      <dgm:prSet presAssocID="{7958DCED-C5F2-41E2-A205-2534A6F0B70B}" presName="hierChild4" presStyleCnt="0"/>
      <dgm:spPr/>
    </dgm:pt>
    <dgm:pt modelId="{F9FC6F4B-493E-4D26-97CD-021F48E36437}" type="pres">
      <dgm:prSet presAssocID="{7958DCED-C5F2-41E2-A205-2534A6F0B70B}" presName="hierChild5" presStyleCnt="0"/>
      <dgm:spPr/>
    </dgm:pt>
    <dgm:pt modelId="{4294F921-7F29-430C-A755-8B9F196B63AD}" type="pres">
      <dgm:prSet presAssocID="{84A3120A-86B8-453D-B5A6-C332C02ED23B}" presName="Name64" presStyleLbl="parChTrans1D2" presStyleIdx="2" presStyleCnt="4"/>
      <dgm:spPr/>
    </dgm:pt>
    <dgm:pt modelId="{314A8012-AF63-440E-A518-2B6E0A881FB3}" type="pres">
      <dgm:prSet presAssocID="{763FF1B6-436D-4797-B9F4-D0BEF1D9C036}" presName="hierRoot2" presStyleCnt="0">
        <dgm:presLayoutVars>
          <dgm:hierBranch val="init"/>
        </dgm:presLayoutVars>
      </dgm:prSet>
      <dgm:spPr/>
    </dgm:pt>
    <dgm:pt modelId="{67763C9B-43F1-4C91-81A1-EE2580D8CF25}" type="pres">
      <dgm:prSet presAssocID="{763FF1B6-436D-4797-B9F4-D0BEF1D9C036}" presName="rootComposite" presStyleCnt="0"/>
      <dgm:spPr/>
    </dgm:pt>
    <dgm:pt modelId="{AB3FF789-6776-4721-AFD3-6470837844D7}" type="pres">
      <dgm:prSet presAssocID="{763FF1B6-436D-4797-B9F4-D0BEF1D9C036}" presName="rootText" presStyleLbl="node2" presStyleIdx="2" presStyleCnt="4">
        <dgm:presLayoutVars>
          <dgm:chPref val="3"/>
        </dgm:presLayoutVars>
      </dgm:prSet>
      <dgm:spPr/>
    </dgm:pt>
    <dgm:pt modelId="{C7BC766D-9F8E-42A7-B157-15328831D6F6}" type="pres">
      <dgm:prSet presAssocID="{763FF1B6-436D-4797-B9F4-D0BEF1D9C036}" presName="rootConnector" presStyleLbl="node2" presStyleIdx="2" presStyleCnt="4"/>
      <dgm:spPr/>
    </dgm:pt>
    <dgm:pt modelId="{9B2A22B0-C8DA-4398-B64B-3E730192CD91}" type="pres">
      <dgm:prSet presAssocID="{763FF1B6-436D-4797-B9F4-D0BEF1D9C036}" presName="hierChild4" presStyleCnt="0"/>
      <dgm:spPr/>
    </dgm:pt>
    <dgm:pt modelId="{89103052-864B-4936-9329-A62785F0771A}" type="pres">
      <dgm:prSet presAssocID="{763FF1B6-436D-4797-B9F4-D0BEF1D9C036}" presName="hierChild5" presStyleCnt="0"/>
      <dgm:spPr/>
    </dgm:pt>
    <dgm:pt modelId="{8E51B93C-BD57-46F3-B293-FFBCD55655D2}" type="pres">
      <dgm:prSet presAssocID="{881FC99A-9B39-4E10-8828-E5D633C69CF1}" presName="Name64" presStyleLbl="parChTrans1D2" presStyleIdx="3" presStyleCnt="4"/>
      <dgm:spPr/>
    </dgm:pt>
    <dgm:pt modelId="{9C74CB1F-8995-46DF-AA44-45F1F401EDD0}" type="pres">
      <dgm:prSet presAssocID="{556F9FA2-606D-4E2C-8C8D-3C18CD202502}" presName="hierRoot2" presStyleCnt="0">
        <dgm:presLayoutVars>
          <dgm:hierBranch val="init"/>
        </dgm:presLayoutVars>
      </dgm:prSet>
      <dgm:spPr/>
    </dgm:pt>
    <dgm:pt modelId="{239112FD-4255-4529-946F-C0F90FC974AD}" type="pres">
      <dgm:prSet presAssocID="{556F9FA2-606D-4E2C-8C8D-3C18CD202502}" presName="rootComposite" presStyleCnt="0"/>
      <dgm:spPr/>
    </dgm:pt>
    <dgm:pt modelId="{E3DE9ECF-6252-4B3A-A23B-9CA82EA5A119}" type="pres">
      <dgm:prSet presAssocID="{556F9FA2-606D-4E2C-8C8D-3C18CD202502}" presName="rootText" presStyleLbl="node2" presStyleIdx="3" presStyleCnt="4">
        <dgm:presLayoutVars>
          <dgm:chPref val="3"/>
        </dgm:presLayoutVars>
      </dgm:prSet>
      <dgm:spPr/>
    </dgm:pt>
    <dgm:pt modelId="{CEC00A71-7218-4BE4-9F5B-1642065F5BB4}" type="pres">
      <dgm:prSet presAssocID="{556F9FA2-606D-4E2C-8C8D-3C18CD202502}" presName="rootConnector" presStyleLbl="node2" presStyleIdx="3" presStyleCnt="4"/>
      <dgm:spPr/>
    </dgm:pt>
    <dgm:pt modelId="{58E9F253-FB88-4396-9394-5B6EEA89A086}" type="pres">
      <dgm:prSet presAssocID="{556F9FA2-606D-4E2C-8C8D-3C18CD202502}" presName="hierChild4" presStyleCnt="0"/>
      <dgm:spPr/>
    </dgm:pt>
    <dgm:pt modelId="{B5D640BE-50F8-4846-B193-6840C68059FA}" type="pres">
      <dgm:prSet presAssocID="{556F9FA2-606D-4E2C-8C8D-3C18CD202502}" presName="hierChild5" presStyleCnt="0"/>
      <dgm:spPr/>
    </dgm:pt>
    <dgm:pt modelId="{1B38D774-B3FA-42FC-8390-9500CCB28692}" type="pres">
      <dgm:prSet presAssocID="{07660627-1BE7-431B-8B91-7271E2B0954B}" presName="hierChild3" presStyleCnt="0"/>
      <dgm:spPr/>
    </dgm:pt>
    <dgm:pt modelId="{3398B674-9919-4051-A34B-6ADC49200F00}" type="pres">
      <dgm:prSet presAssocID="{F0B31670-0FBC-46FA-B152-EDB5E9CADF03}" presName="hierRoot1" presStyleCnt="0">
        <dgm:presLayoutVars>
          <dgm:hierBranch val="init"/>
        </dgm:presLayoutVars>
      </dgm:prSet>
      <dgm:spPr/>
    </dgm:pt>
    <dgm:pt modelId="{5C6A73E9-1DE7-47F4-8FA5-B4E6E8DCC060}" type="pres">
      <dgm:prSet presAssocID="{F0B31670-0FBC-46FA-B152-EDB5E9CADF03}" presName="rootComposite1" presStyleCnt="0"/>
      <dgm:spPr/>
    </dgm:pt>
    <dgm:pt modelId="{009718DB-2332-4C8B-8359-EA4AD885BF75}" type="pres">
      <dgm:prSet presAssocID="{F0B31670-0FBC-46FA-B152-EDB5E9CADF03}" presName="rootText1" presStyleLbl="node0" presStyleIdx="3" presStyleCnt="4">
        <dgm:presLayoutVars>
          <dgm:chPref val="3"/>
        </dgm:presLayoutVars>
      </dgm:prSet>
      <dgm:spPr/>
    </dgm:pt>
    <dgm:pt modelId="{1FEDB631-F5EB-4C59-92E7-9D941E02FD92}" type="pres">
      <dgm:prSet presAssocID="{F0B31670-0FBC-46FA-B152-EDB5E9CADF03}" presName="rootConnector1" presStyleLbl="node1" presStyleIdx="0" presStyleCnt="0"/>
      <dgm:spPr/>
    </dgm:pt>
    <dgm:pt modelId="{99A057B9-8116-4762-9847-FC47F0717F3A}" type="pres">
      <dgm:prSet presAssocID="{F0B31670-0FBC-46FA-B152-EDB5E9CADF03}" presName="hierChild2" presStyleCnt="0"/>
      <dgm:spPr/>
    </dgm:pt>
    <dgm:pt modelId="{58AAAD81-5443-4F9E-A774-41BB86BAD7DC}" type="pres">
      <dgm:prSet presAssocID="{F0B31670-0FBC-46FA-B152-EDB5E9CADF03}" presName="hierChild3" presStyleCnt="0"/>
      <dgm:spPr/>
    </dgm:pt>
  </dgm:ptLst>
  <dgm:cxnLst>
    <dgm:cxn modelId="{F9915E0D-D6E7-41D3-804A-E6DA85614774}" type="presOf" srcId="{763FF1B6-436D-4797-B9F4-D0BEF1D9C036}" destId="{AB3FF789-6776-4721-AFD3-6470837844D7}" srcOrd="0" destOrd="0" presId="urn:microsoft.com/office/officeart/2009/3/layout/HorizontalOrganizationChart"/>
    <dgm:cxn modelId="{FBEF4A0E-BA58-4CD6-8EB3-44F690C26B2D}" type="presOf" srcId="{525687F7-022D-497C-BF46-E64D56D9C328}" destId="{843490CF-70CD-4D1C-A528-F2E91CB563AA}" srcOrd="1" destOrd="0" presId="urn:microsoft.com/office/officeart/2009/3/layout/HorizontalOrganizationChart"/>
    <dgm:cxn modelId="{81065D10-016E-4D5B-A0CD-A9FBA09F09DA}" type="presOf" srcId="{7958DCED-C5F2-41E2-A205-2534A6F0B70B}" destId="{C8E95C8E-EB25-446E-BE4C-1A2E6F3F80EB}" srcOrd="1" destOrd="0" presId="urn:microsoft.com/office/officeart/2009/3/layout/HorizontalOrganizationChart"/>
    <dgm:cxn modelId="{873EB515-FF52-444C-BF9F-AEEB9DD9C499}" type="presOf" srcId="{274B852D-B00A-4682-903F-9D5DD9AFC140}" destId="{736CF9E9-6AE8-4F4E-9565-8B0CD66027D0}" srcOrd="1" destOrd="0" presId="urn:microsoft.com/office/officeart/2009/3/layout/HorizontalOrganizationChart"/>
    <dgm:cxn modelId="{A2F66B1D-8D2B-475B-87B6-808B2068D662}" srcId="{07660627-1BE7-431B-8B91-7271E2B0954B}" destId="{556F9FA2-606D-4E2C-8C8D-3C18CD202502}" srcOrd="3" destOrd="0" parTransId="{881FC99A-9B39-4E10-8828-E5D633C69CF1}" sibTransId="{533B0A79-EDB1-453C-B204-38CAD3FD2E53}"/>
    <dgm:cxn modelId="{CE8ED02F-73B9-4259-BBBD-9C2411DB2DE4}" type="presOf" srcId="{F0B31670-0FBC-46FA-B152-EDB5E9CADF03}" destId="{1FEDB631-F5EB-4C59-92E7-9D941E02FD92}" srcOrd="1" destOrd="0" presId="urn:microsoft.com/office/officeart/2009/3/layout/HorizontalOrganizationChart"/>
    <dgm:cxn modelId="{892BEB33-90A3-4C19-A36A-58D2965A422F}" type="presOf" srcId="{881FC99A-9B39-4E10-8828-E5D633C69CF1}" destId="{8E51B93C-BD57-46F3-B293-FFBCD55655D2}" srcOrd="0" destOrd="0" presId="urn:microsoft.com/office/officeart/2009/3/layout/HorizontalOrganizationChart"/>
    <dgm:cxn modelId="{D7F2DA37-C7F8-4B25-898E-4AAC1666EC6E}" type="presOf" srcId="{84A3120A-86B8-453D-B5A6-C332C02ED23B}" destId="{4294F921-7F29-430C-A755-8B9F196B63AD}" srcOrd="0" destOrd="0" presId="urn:microsoft.com/office/officeart/2009/3/layout/HorizontalOrganizationChart"/>
    <dgm:cxn modelId="{2FCB753A-3F2D-4D3D-8E1B-1AB6901A6E07}" type="presOf" srcId="{6EF9618E-5DBA-4DE1-909D-B9D53C8BC394}" destId="{043432E5-AD86-4D81-80ED-DF7B84BDEE91}" srcOrd="0" destOrd="0" presId="urn:microsoft.com/office/officeart/2009/3/layout/HorizontalOrganizationChart"/>
    <dgm:cxn modelId="{2738EF5C-B135-4647-8F58-CE6B9D8651C6}" type="presOf" srcId="{525687F7-022D-497C-BF46-E64D56D9C328}" destId="{940B87EB-FE84-48BF-A117-7C8391D640EB}" srcOrd="0" destOrd="0" presId="urn:microsoft.com/office/officeart/2009/3/layout/HorizontalOrganizationChart"/>
    <dgm:cxn modelId="{62AF9C4A-0058-4F36-9A44-22928B9E56B2}" srcId="{6EF9618E-5DBA-4DE1-909D-B9D53C8BC394}" destId="{B3D3F603-1996-41D2-8FCB-E744E0785121}" srcOrd="1" destOrd="0" parTransId="{F112F77B-56C3-408C-AEF6-31EBE9E73313}" sibTransId="{5A9360A7-5577-4388-9EBB-E87771519728}"/>
    <dgm:cxn modelId="{AD313472-4201-4B87-9F3F-15ADCB6B0762}" srcId="{6EF9618E-5DBA-4DE1-909D-B9D53C8BC394}" destId="{274B852D-B00A-4682-903F-9D5DD9AFC140}" srcOrd="0" destOrd="0" parTransId="{AD722B9A-25E9-4022-A117-726278C74EEA}" sibTransId="{15FAAE42-4583-44CD-81FE-5456467FB371}"/>
    <dgm:cxn modelId="{7F1D9052-EEE0-482F-BA2C-2C3F4E2A3D9B}" srcId="{6EF9618E-5DBA-4DE1-909D-B9D53C8BC394}" destId="{F0B31670-0FBC-46FA-B152-EDB5E9CADF03}" srcOrd="3" destOrd="0" parTransId="{5856303E-D3A2-40D2-9099-6A0273EEC508}" sibTransId="{A02812FE-25DE-4616-B9E2-B5545353FE8E}"/>
    <dgm:cxn modelId="{F3B9A679-B285-493F-8133-13BB986BEA44}" type="presOf" srcId="{07660627-1BE7-431B-8B91-7271E2B0954B}" destId="{732169BE-0A97-4B28-B047-309FC494172A}" srcOrd="1" destOrd="0" presId="urn:microsoft.com/office/officeart/2009/3/layout/HorizontalOrganizationChart"/>
    <dgm:cxn modelId="{1260B77D-6B26-47D6-846E-5B9751754BD0}" type="presOf" srcId="{C800695D-5DAE-4299-98FA-D4F86BCCF8B6}" destId="{C118585C-E248-4651-A593-349C6DF09622}" srcOrd="0" destOrd="0" presId="urn:microsoft.com/office/officeart/2009/3/layout/HorizontalOrganizationChart"/>
    <dgm:cxn modelId="{439A1383-A0D7-4ED6-B41B-E6F9BC664399}" srcId="{07660627-1BE7-431B-8B91-7271E2B0954B}" destId="{7958DCED-C5F2-41E2-A205-2534A6F0B70B}" srcOrd="1" destOrd="0" parTransId="{C800695D-5DAE-4299-98FA-D4F86BCCF8B6}" sibTransId="{22A3413A-6EBB-49A4-80F0-175A5173CE3F}"/>
    <dgm:cxn modelId="{A0DD1C84-72F2-4209-98A9-00C5B7A72C68}" srcId="{07660627-1BE7-431B-8B91-7271E2B0954B}" destId="{525687F7-022D-497C-BF46-E64D56D9C328}" srcOrd="0" destOrd="0" parTransId="{7F5B2150-1CAC-4682-A7B0-0128FAC95838}" sibTransId="{ECB0AAC6-EA24-4869-9FF0-F395975D406C}"/>
    <dgm:cxn modelId="{2A902B8B-B58A-4D2D-A5E0-4F799CAADA03}" srcId="{6EF9618E-5DBA-4DE1-909D-B9D53C8BC394}" destId="{07660627-1BE7-431B-8B91-7271E2B0954B}" srcOrd="2" destOrd="0" parTransId="{81295AD1-8621-45B1-817C-EA44B97A1DC8}" sibTransId="{FEB964D1-328C-4D79-B4B6-BF4699425C32}"/>
    <dgm:cxn modelId="{1297E98D-DF00-4383-8B4F-CC894E478CB8}" type="presOf" srcId="{B3D3F603-1996-41D2-8FCB-E744E0785121}" destId="{607C8188-8171-48B0-BE65-7918A38ADD0B}" srcOrd="1" destOrd="0" presId="urn:microsoft.com/office/officeart/2009/3/layout/HorizontalOrganizationChart"/>
    <dgm:cxn modelId="{9F2DA48E-A0FB-4B54-A16B-1E90A07C95EA}" type="presOf" srcId="{7F5B2150-1CAC-4682-A7B0-0128FAC95838}" destId="{81083C24-8DE6-4063-B0C8-422110EAEB6F}" srcOrd="0" destOrd="0" presId="urn:microsoft.com/office/officeart/2009/3/layout/HorizontalOrganizationChart"/>
    <dgm:cxn modelId="{8FFDC69B-29EC-4317-93BD-BC3E2AC600D4}" type="presOf" srcId="{763FF1B6-436D-4797-B9F4-D0BEF1D9C036}" destId="{C7BC766D-9F8E-42A7-B157-15328831D6F6}" srcOrd="1" destOrd="0" presId="urn:microsoft.com/office/officeart/2009/3/layout/HorizontalOrganizationChart"/>
    <dgm:cxn modelId="{9039D1BD-A59F-4D01-84F4-973749A8F5E3}" type="presOf" srcId="{556F9FA2-606D-4E2C-8C8D-3C18CD202502}" destId="{E3DE9ECF-6252-4B3A-A23B-9CA82EA5A119}" srcOrd="0" destOrd="0" presId="urn:microsoft.com/office/officeart/2009/3/layout/HorizontalOrganizationChart"/>
    <dgm:cxn modelId="{FB6D89BE-4234-4EE9-B9E7-CF54415567CD}" srcId="{07660627-1BE7-431B-8B91-7271E2B0954B}" destId="{763FF1B6-436D-4797-B9F4-D0BEF1D9C036}" srcOrd="2" destOrd="0" parTransId="{84A3120A-86B8-453D-B5A6-C332C02ED23B}" sibTransId="{CACB0BF7-799F-4CF8-9C90-AD9B3AD6F649}"/>
    <dgm:cxn modelId="{B9BAA6D0-3006-4852-8929-D73A639FADC7}" type="presOf" srcId="{274B852D-B00A-4682-903F-9D5DD9AFC140}" destId="{7EDBE1EA-A881-45F1-A991-5FD238557DAA}" srcOrd="0" destOrd="0" presId="urn:microsoft.com/office/officeart/2009/3/layout/HorizontalOrganizationChart"/>
    <dgm:cxn modelId="{BB3578DF-4586-4CB5-AF54-F487B53CC912}" type="presOf" srcId="{07660627-1BE7-431B-8B91-7271E2B0954B}" destId="{6C83CCA0-88AC-4DB2-9627-7E4337D9C2D5}" srcOrd="0" destOrd="0" presId="urn:microsoft.com/office/officeart/2009/3/layout/HorizontalOrganizationChart"/>
    <dgm:cxn modelId="{B0A9C4E9-1B5C-436D-AA4E-6A0F8C9BE6B8}" type="presOf" srcId="{7958DCED-C5F2-41E2-A205-2534A6F0B70B}" destId="{83247E62-7E30-49C9-8D4B-0D20E4D877BC}" srcOrd="0" destOrd="0" presId="urn:microsoft.com/office/officeart/2009/3/layout/HorizontalOrganizationChart"/>
    <dgm:cxn modelId="{DF6111FC-376C-42D3-B6AB-4066A0981859}" type="presOf" srcId="{F0B31670-0FBC-46FA-B152-EDB5E9CADF03}" destId="{009718DB-2332-4C8B-8359-EA4AD885BF75}" srcOrd="0" destOrd="0" presId="urn:microsoft.com/office/officeart/2009/3/layout/HorizontalOrganizationChart"/>
    <dgm:cxn modelId="{6E006DFD-1150-4668-BBA7-9442F2D3F7B5}" type="presOf" srcId="{B3D3F603-1996-41D2-8FCB-E744E0785121}" destId="{64A5849C-FE68-4D79-8B2A-7C9F2AE8090C}" srcOrd="0" destOrd="0" presId="urn:microsoft.com/office/officeart/2009/3/layout/HorizontalOrganizationChart"/>
    <dgm:cxn modelId="{AC5A5CFE-B66B-4EF1-931E-FA807D18AB34}" type="presOf" srcId="{556F9FA2-606D-4E2C-8C8D-3C18CD202502}" destId="{CEC00A71-7218-4BE4-9F5B-1642065F5BB4}" srcOrd="1" destOrd="0" presId="urn:microsoft.com/office/officeart/2009/3/layout/HorizontalOrganizationChart"/>
    <dgm:cxn modelId="{8302A039-C6A0-4604-A92F-1D961C0F6020}" type="presParOf" srcId="{043432E5-AD86-4D81-80ED-DF7B84BDEE91}" destId="{A9BBCA1E-E4F2-479D-A66D-B5F271206D6A}" srcOrd="0" destOrd="0" presId="urn:microsoft.com/office/officeart/2009/3/layout/HorizontalOrganizationChart"/>
    <dgm:cxn modelId="{C245BC10-CD8E-45B3-B531-9234685A7C94}" type="presParOf" srcId="{A9BBCA1E-E4F2-479D-A66D-B5F271206D6A}" destId="{148CE202-5C9B-4A35-828F-32537094D468}" srcOrd="0" destOrd="0" presId="urn:microsoft.com/office/officeart/2009/3/layout/HorizontalOrganizationChart"/>
    <dgm:cxn modelId="{B1EDD74F-9F59-4981-9C1E-E52DAC9A0519}" type="presParOf" srcId="{148CE202-5C9B-4A35-828F-32537094D468}" destId="{7EDBE1EA-A881-45F1-A991-5FD238557DAA}" srcOrd="0" destOrd="0" presId="urn:microsoft.com/office/officeart/2009/3/layout/HorizontalOrganizationChart"/>
    <dgm:cxn modelId="{97F1E486-548B-429D-9995-7ABD204425B3}" type="presParOf" srcId="{148CE202-5C9B-4A35-828F-32537094D468}" destId="{736CF9E9-6AE8-4F4E-9565-8B0CD66027D0}" srcOrd="1" destOrd="0" presId="urn:microsoft.com/office/officeart/2009/3/layout/HorizontalOrganizationChart"/>
    <dgm:cxn modelId="{E25A3B01-9D28-4BCC-AE37-AD41EC09EB0F}" type="presParOf" srcId="{A9BBCA1E-E4F2-479D-A66D-B5F271206D6A}" destId="{CEC6A000-ADB2-4822-B5F1-342F4BFFE9CF}" srcOrd="1" destOrd="0" presId="urn:microsoft.com/office/officeart/2009/3/layout/HorizontalOrganizationChart"/>
    <dgm:cxn modelId="{3CC24E83-6BF8-4059-930F-51BD7911E0D9}" type="presParOf" srcId="{A9BBCA1E-E4F2-479D-A66D-B5F271206D6A}" destId="{408149B5-D5D8-4EF2-AC72-D66BAC8C8D41}" srcOrd="2" destOrd="0" presId="urn:microsoft.com/office/officeart/2009/3/layout/HorizontalOrganizationChart"/>
    <dgm:cxn modelId="{496B75CB-8688-4E5A-BB20-93F931F03282}" type="presParOf" srcId="{043432E5-AD86-4D81-80ED-DF7B84BDEE91}" destId="{D3BB8F1B-358E-409A-991F-E85767FE6E47}" srcOrd="1" destOrd="0" presId="urn:microsoft.com/office/officeart/2009/3/layout/HorizontalOrganizationChart"/>
    <dgm:cxn modelId="{6747140A-7CEA-49BB-A192-1998719F2843}" type="presParOf" srcId="{D3BB8F1B-358E-409A-991F-E85767FE6E47}" destId="{47B53D25-80E1-4DCC-A69A-4ADFD8F5A291}" srcOrd="0" destOrd="0" presId="urn:microsoft.com/office/officeart/2009/3/layout/HorizontalOrganizationChart"/>
    <dgm:cxn modelId="{CF12EF4C-D879-436E-B5A6-BFD2CE71962A}" type="presParOf" srcId="{47B53D25-80E1-4DCC-A69A-4ADFD8F5A291}" destId="{64A5849C-FE68-4D79-8B2A-7C9F2AE8090C}" srcOrd="0" destOrd="0" presId="urn:microsoft.com/office/officeart/2009/3/layout/HorizontalOrganizationChart"/>
    <dgm:cxn modelId="{C59DC6B7-05BC-445F-A7D1-72248ABDA819}" type="presParOf" srcId="{47B53D25-80E1-4DCC-A69A-4ADFD8F5A291}" destId="{607C8188-8171-48B0-BE65-7918A38ADD0B}" srcOrd="1" destOrd="0" presId="urn:microsoft.com/office/officeart/2009/3/layout/HorizontalOrganizationChart"/>
    <dgm:cxn modelId="{167E3A34-493C-4224-A3ED-5AB16097FAF6}" type="presParOf" srcId="{D3BB8F1B-358E-409A-991F-E85767FE6E47}" destId="{B2F7E319-B6B9-4ED9-8256-AEFCF13310DA}" srcOrd="1" destOrd="0" presId="urn:microsoft.com/office/officeart/2009/3/layout/HorizontalOrganizationChart"/>
    <dgm:cxn modelId="{2CF8D1EC-D360-45AA-A54C-53FFBEF9635B}" type="presParOf" srcId="{D3BB8F1B-358E-409A-991F-E85767FE6E47}" destId="{AC21EB43-F5E2-4EB7-9EF7-5B39400355FC}" srcOrd="2" destOrd="0" presId="urn:microsoft.com/office/officeart/2009/3/layout/HorizontalOrganizationChart"/>
    <dgm:cxn modelId="{2C0C58D0-9276-43CF-928D-64E768E1F324}" type="presParOf" srcId="{043432E5-AD86-4D81-80ED-DF7B84BDEE91}" destId="{68A76D1B-9D27-41AD-8854-F1BFC8ECD516}" srcOrd="2" destOrd="0" presId="urn:microsoft.com/office/officeart/2009/3/layout/HorizontalOrganizationChart"/>
    <dgm:cxn modelId="{06EE575E-EB9B-4E85-9AD9-EDB84B5424F1}" type="presParOf" srcId="{68A76D1B-9D27-41AD-8854-F1BFC8ECD516}" destId="{A173157F-0571-4C51-B979-697E32EB610F}" srcOrd="0" destOrd="0" presId="urn:microsoft.com/office/officeart/2009/3/layout/HorizontalOrganizationChart"/>
    <dgm:cxn modelId="{EEBA9F2B-F16B-4879-8318-9C322010D9D9}" type="presParOf" srcId="{A173157F-0571-4C51-B979-697E32EB610F}" destId="{6C83CCA0-88AC-4DB2-9627-7E4337D9C2D5}" srcOrd="0" destOrd="0" presId="urn:microsoft.com/office/officeart/2009/3/layout/HorizontalOrganizationChart"/>
    <dgm:cxn modelId="{9526FCFD-7839-4F9E-9773-AFF9AF0AAFE3}" type="presParOf" srcId="{A173157F-0571-4C51-B979-697E32EB610F}" destId="{732169BE-0A97-4B28-B047-309FC494172A}" srcOrd="1" destOrd="0" presId="urn:microsoft.com/office/officeart/2009/3/layout/HorizontalOrganizationChart"/>
    <dgm:cxn modelId="{12E980BB-AD0B-4493-B652-128CB579E0D3}" type="presParOf" srcId="{68A76D1B-9D27-41AD-8854-F1BFC8ECD516}" destId="{B7503BEB-F938-4289-AE88-07F9CCC582C8}" srcOrd="1" destOrd="0" presId="urn:microsoft.com/office/officeart/2009/3/layout/HorizontalOrganizationChart"/>
    <dgm:cxn modelId="{1AF0613B-2437-42A9-BBA2-54C47F10AD61}" type="presParOf" srcId="{B7503BEB-F938-4289-AE88-07F9CCC582C8}" destId="{81083C24-8DE6-4063-B0C8-422110EAEB6F}" srcOrd="0" destOrd="0" presId="urn:microsoft.com/office/officeart/2009/3/layout/HorizontalOrganizationChart"/>
    <dgm:cxn modelId="{0C07B2BC-88F8-48F0-90C6-E106EFDB254F}" type="presParOf" srcId="{B7503BEB-F938-4289-AE88-07F9CCC582C8}" destId="{91224856-15EA-4047-89B0-1BB7C9DE7AC5}" srcOrd="1" destOrd="0" presId="urn:microsoft.com/office/officeart/2009/3/layout/HorizontalOrganizationChart"/>
    <dgm:cxn modelId="{89AC0157-6943-4A96-8307-C1040D75A673}" type="presParOf" srcId="{91224856-15EA-4047-89B0-1BB7C9DE7AC5}" destId="{326DD657-F728-490A-86CE-DE02D687DE38}" srcOrd="0" destOrd="0" presId="urn:microsoft.com/office/officeart/2009/3/layout/HorizontalOrganizationChart"/>
    <dgm:cxn modelId="{8A6B9DDB-2A2D-47D9-93CA-F4A4937A807A}" type="presParOf" srcId="{326DD657-F728-490A-86CE-DE02D687DE38}" destId="{940B87EB-FE84-48BF-A117-7C8391D640EB}" srcOrd="0" destOrd="0" presId="urn:microsoft.com/office/officeart/2009/3/layout/HorizontalOrganizationChart"/>
    <dgm:cxn modelId="{FBB2BE19-8B5B-4EE5-BC31-48F9B56D02E4}" type="presParOf" srcId="{326DD657-F728-490A-86CE-DE02D687DE38}" destId="{843490CF-70CD-4D1C-A528-F2E91CB563AA}" srcOrd="1" destOrd="0" presId="urn:microsoft.com/office/officeart/2009/3/layout/HorizontalOrganizationChart"/>
    <dgm:cxn modelId="{6388D81F-1954-4113-93FD-4755AC001FF5}" type="presParOf" srcId="{91224856-15EA-4047-89B0-1BB7C9DE7AC5}" destId="{7A469BD0-985F-4B74-BB09-6C7D6FADE0AB}" srcOrd="1" destOrd="0" presId="urn:microsoft.com/office/officeart/2009/3/layout/HorizontalOrganizationChart"/>
    <dgm:cxn modelId="{1627EC73-CC38-4BA5-99FA-B076464AD5E7}" type="presParOf" srcId="{91224856-15EA-4047-89B0-1BB7C9DE7AC5}" destId="{7B9F9970-8AF7-44FC-B20C-79FD5298A907}" srcOrd="2" destOrd="0" presId="urn:microsoft.com/office/officeart/2009/3/layout/HorizontalOrganizationChart"/>
    <dgm:cxn modelId="{030058CF-DA36-4982-9E03-051A192E28B1}" type="presParOf" srcId="{B7503BEB-F938-4289-AE88-07F9CCC582C8}" destId="{C118585C-E248-4651-A593-349C6DF09622}" srcOrd="2" destOrd="0" presId="urn:microsoft.com/office/officeart/2009/3/layout/HorizontalOrganizationChart"/>
    <dgm:cxn modelId="{5D7BC289-0CF2-4543-B574-C837623801DE}" type="presParOf" srcId="{B7503BEB-F938-4289-AE88-07F9CCC582C8}" destId="{D5EEDE89-0B54-462B-A0F0-9234028631B7}" srcOrd="3" destOrd="0" presId="urn:microsoft.com/office/officeart/2009/3/layout/HorizontalOrganizationChart"/>
    <dgm:cxn modelId="{C455F1A1-FA42-40B4-A3B1-5800C6B9229C}" type="presParOf" srcId="{D5EEDE89-0B54-462B-A0F0-9234028631B7}" destId="{7E1CC044-CCA6-46E6-88DD-B2755823E000}" srcOrd="0" destOrd="0" presId="urn:microsoft.com/office/officeart/2009/3/layout/HorizontalOrganizationChart"/>
    <dgm:cxn modelId="{F43461F8-657A-4E9E-A90C-0CF710C51ADF}" type="presParOf" srcId="{7E1CC044-CCA6-46E6-88DD-B2755823E000}" destId="{83247E62-7E30-49C9-8D4B-0D20E4D877BC}" srcOrd="0" destOrd="0" presId="urn:microsoft.com/office/officeart/2009/3/layout/HorizontalOrganizationChart"/>
    <dgm:cxn modelId="{5FCD67E5-64BD-4D7A-A3BF-0F182562285B}" type="presParOf" srcId="{7E1CC044-CCA6-46E6-88DD-B2755823E000}" destId="{C8E95C8E-EB25-446E-BE4C-1A2E6F3F80EB}" srcOrd="1" destOrd="0" presId="urn:microsoft.com/office/officeart/2009/3/layout/HorizontalOrganizationChart"/>
    <dgm:cxn modelId="{B0768415-F230-4D08-B44F-F0E67C5B3695}" type="presParOf" srcId="{D5EEDE89-0B54-462B-A0F0-9234028631B7}" destId="{75486A05-0F45-4362-8663-7579D718A4CC}" srcOrd="1" destOrd="0" presId="urn:microsoft.com/office/officeart/2009/3/layout/HorizontalOrganizationChart"/>
    <dgm:cxn modelId="{EDCB00EA-ADA8-4E6C-AABB-62F2410C0B6F}" type="presParOf" srcId="{D5EEDE89-0B54-462B-A0F0-9234028631B7}" destId="{F9FC6F4B-493E-4D26-97CD-021F48E36437}" srcOrd="2" destOrd="0" presId="urn:microsoft.com/office/officeart/2009/3/layout/HorizontalOrganizationChart"/>
    <dgm:cxn modelId="{43E3C423-8E57-444B-8EB1-FF373E50D8DF}" type="presParOf" srcId="{B7503BEB-F938-4289-AE88-07F9CCC582C8}" destId="{4294F921-7F29-430C-A755-8B9F196B63AD}" srcOrd="4" destOrd="0" presId="urn:microsoft.com/office/officeart/2009/3/layout/HorizontalOrganizationChart"/>
    <dgm:cxn modelId="{098D6E34-D4AC-4A1A-A757-68FDAD2F63CC}" type="presParOf" srcId="{B7503BEB-F938-4289-AE88-07F9CCC582C8}" destId="{314A8012-AF63-440E-A518-2B6E0A881FB3}" srcOrd="5" destOrd="0" presId="urn:microsoft.com/office/officeart/2009/3/layout/HorizontalOrganizationChart"/>
    <dgm:cxn modelId="{6D6F8566-4F33-4201-8821-185300EEF139}" type="presParOf" srcId="{314A8012-AF63-440E-A518-2B6E0A881FB3}" destId="{67763C9B-43F1-4C91-81A1-EE2580D8CF25}" srcOrd="0" destOrd="0" presId="urn:microsoft.com/office/officeart/2009/3/layout/HorizontalOrganizationChart"/>
    <dgm:cxn modelId="{32156329-CDBA-4B9C-994B-B834E16EDB29}" type="presParOf" srcId="{67763C9B-43F1-4C91-81A1-EE2580D8CF25}" destId="{AB3FF789-6776-4721-AFD3-6470837844D7}" srcOrd="0" destOrd="0" presId="urn:microsoft.com/office/officeart/2009/3/layout/HorizontalOrganizationChart"/>
    <dgm:cxn modelId="{5C68068F-4CF3-4E92-B5A1-C29A204627AA}" type="presParOf" srcId="{67763C9B-43F1-4C91-81A1-EE2580D8CF25}" destId="{C7BC766D-9F8E-42A7-B157-15328831D6F6}" srcOrd="1" destOrd="0" presId="urn:microsoft.com/office/officeart/2009/3/layout/HorizontalOrganizationChart"/>
    <dgm:cxn modelId="{DB7BEF5E-663C-4D62-A0E7-C649F3A24737}" type="presParOf" srcId="{314A8012-AF63-440E-A518-2B6E0A881FB3}" destId="{9B2A22B0-C8DA-4398-B64B-3E730192CD91}" srcOrd="1" destOrd="0" presId="urn:microsoft.com/office/officeart/2009/3/layout/HorizontalOrganizationChart"/>
    <dgm:cxn modelId="{D8234D54-2D40-4EF5-93BA-0A14CC4E3467}" type="presParOf" srcId="{314A8012-AF63-440E-A518-2B6E0A881FB3}" destId="{89103052-864B-4936-9329-A62785F0771A}" srcOrd="2" destOrd="0" presId="urn:microsoft.com/office/officeart/2009/3/layout/HorizontalOrganizationChart"/>
    <dgm:cxn modelId="{92B783EE-7BF8-45AC-AB3F-7D039BAEB607}" type="presParOf" srcId="{B7503BEB-F938-4289-AE88-07F9CCC582C8}" destId="{8E51B93C-BD57-46F3-B293-FFBCD55655D2}" srcOrd="6" destOrd="0" presId="urn:microsoft.com/office/officeart/2009/3/layout/HorizontalOrganizationChart"/>
    <dgm:cxn modelId="{96211B77-0FFF-40C0-9E6E-48545AD5B4ED}" type="presParOf" srcId="{B7503BEB-F938-4289-AE88-07F9CCC582C8}" destId="{9C74CB1F-8995-46DF-AA44-45F1F401EDD0}" srcOrd="7" destOrd="0" presId="urn:microsoft.com/office/officeart/2009/3/layout/HorizontalOrganizationChart"/>
    <dgm:cxn modelId="{42BB5667-A247-4DD1-8DEF-07B9192E8F3B}" type="presParOf" srcId="{9C74CB1F-8995-46DF-AA44-45F1F401EDD0}" destId="{239112FD-4255-4529-946F-C0F90FC974AD}" srcOrd="0" destOrd="0" presId="urn:microsoft.com/office/officeart/2009/3/layout/HorizontalOrganizationChart"/>
    <dgm:cxn modelId="{4F727362-AB0E-4C61-8BA0-218FE27D0D44}" type="presParOf" srcId="{239112FD-4255-4529-946F-C0F90FC974AD}" destId="{E3DE9ECF-6252-4B3A-A23B-9CA82EA5A119}" srcOrd="0" destOrd="0" presId="urn:microsoft.com/office/officeart/2009/3/layout/HorizontalOrganizationChart"/>
    <dgm:cxn modelId="{BFB9C68E-8075-435A-A9F7-D31432ACCA4A}" type="presParOf" srcId="{239112FD-4255-4529-946F-C0F90FC974AD}" destId="{CEC00A71-7218-4BE4-9F5B-1642065F5BB4}" srcOrd="1" destOrd="0" presId="urn:microsoft.com/office/officeart/2009/3/layout/HorizontalOrganizationChart"/>
    <dgm:cxn modelId="{885A6D92-450D-4C25-8BBC-8C387FF3572F}" type="presParOf" srcId="{9C74CB1F-8995-46DF-AA44-45F1F401EDD0}" destId="{58E9F253-FB88-4396-9394-5B6EEA89A086}" srcOrd="1" destOrd="0" presId="urn:microsoft.com/office/officeart/2009/3/layout/HorizontalOrganizationChart"/>
    <dgm:cxn modelId="{1AD320EB-94B0-45FA-9A4F-CB690E66C332}" type="presParOf" srcId="{9C74CB1F-8995-46DF-AA44-45F1F401EDD0}" destId="{B5D640BE-50F8-4846-B193-6840C68059FA}" srcOrd="2" destOrd="0" presId="urn:microsoft.com/office/officeart/2009/3/layout/HorizontalOrganizationChart"/>
    <dgm:cxn modelId="{37DFA415-6A98-4946-B245-C495A1F498AB}" type="presParOf" srcId="{68A76D1B-9D27-41AD-8854-F1BFC8ECD516}" destId="{1B38D774-B3FA-42FC-8390-9500CCB28692}" srcOrd="2" destOrd="0" presId="urn:microsoft.com/office/officeart/2009/3/layout/HorizontalOrganizationChart"/>
    <dgm:cxn modelId="{4B0306E1-B077-444E-96DE-FA38A4370219}" type="presParOf" srcId="{043432E5-AD86-4D81-80ED-DF7B84BDEE91}" destId="{3398B674-9919-4051-A34B-6ADC49200F00}" srcOrd="3" destOrd="0" presId="urn:microsoft.com/office/officeart/2009/3/layout/HorizontalOrganizationChart"/>
    <dgm:cxn modelId="{695088D9-764A-4CE7-8A36-2460D2BEF985}" type="presParOf" srcId="{3398B674-9919-4051-A34B-6ADC49200F00}" destId="{5C6A73E9-1DE7-47F4-8FA5-B4E6E8DCC060}" srcOrd="0" destOrd="0" presId="urn:microsoft.com/office/officeart/2009/3/layout/HorizontalOrganizationChart"/>
    <dgm:cxn modelId="{276778E3-5940-4934-96A2-B95EDACDD7E6}" type="presParOf" srcId="{5C6A73E9-1DE7-47F4-8FA5-B4E6E8DCC060}" destId="{009718DB-2332-4C8B-8359-EA4AD885BF75}" srcOrd="0" destOrd="0" presId="urn:microsoft.com/office/officeart/2009/3/layout/HorizontalOrganizationChart"/>
    <dgm:cxn modelId="{C245E794-4238-4722-A784-3D2182306E39}" type="presParOf" srcId="{5C6A73E9-1DE7-47F4-8FA5-B4E6E8DCC060}" destId="{1FEDB631-F5EB-4C59-92E7-9D941E02FD92}" srcOrd="1" destOrd="0" presId="urn:microsoft.com/office/officeart/2009/3/layout/HorizontalOrganizationChart"/>
    <dgm:cxn modelId="{67671702-073B-4C8F-B9E9-5EA443E732BA}" type="presParOf" srcId="{3398B674-9919-4051-A34B-6ADC49200F00}" destId="{99A057B9-8116-4762-9847-FC47F0717F3A}" srcOrd="1" destOrd="0" presId="urn:microsoft.com/office/officeart/2009/3/layout/HorizontalOrganizationChart"/>
    <dgm:cxn modelId="{ADB83F6E-E89C-43EA-A391-20CA2572A1EB}" type="presParOf" srcId="{3398B674-9919-4051-A34B-6ADC49200F00}" destId="{58AAAD81-5443-4F9E-A774-41BB86BAD7DC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DDB601-36F1-4D67-9CBA-122DCA079D9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FC010D-BC0D-40FD-9ED1-94518035DCAD}">
      <dgm:prSet/>
      <dgm:spPr/>
      <dgm:t>
        <a:bodyPr/>
        <a:lstStyle/>
        <a:p>
          <a:pPr rtl="0">
            <a:defRPr b="1"/>
          </a:pPr>
          <a:r>
            <a:rPr lang="it-IT" b="1" i="0" dirty="0">
              <a:latin typeface="Century Gothic" panose="020B0502020202020204"/>
            </a:rPr>
            <a:t>Three </a:t>
          </a:r>
          <a:r>
            <a:rPr lang="it-IT" b="1" i="0" dirty="0" err="1">
              <a:latin typeface="Century Gothic" panose="020B0502020202020204"/>
            </a:rPr>
            <a:t>Layering</a:t>
          </a:r>
          <a:r>
            <a:rPr lang="it-IT" b="1" i="0" dirty="0"/>
            <a:t>:</a:t>
          </a:r>
          <a:r>
            <a:rPr lang="it-IT" b="0" i="0" dirty="0"/>
            <a:t> SPA (Vue) ⇄ API REST ⇄ Spring Boot ⇄ </a:t>
          </a:r>
          <a:r>
            <a:rPr lang="it-IT" b="0" i="0" dirty="0" err="1"/>
            <a:t>PostgreSQL</a:t>
          </a:r>
          <a:endParaRPr lang="en-US" dirty="0" err="1"/>
        </a:p>
      </dgm:t>
    </dgm:pt>
    <dgm:pt modelId="{A480FAF4-21FD-41B3-A2AF-09C043BB2E83}" type="parTrans" cxnId="{FE14ADBC-9A84-4C12-B8C5-A123FBCCECC7}">
      <dgm:prSet/>
      <dgm:spPr/>
      <dgm:t>
        <a:bodyPr/>
        <a:lstStyle/>
        <a:p>
          <a:endParaRPr lang="en-US"/>
        </a:p>
      </dgm:t>
    </dgm:pt>
    <dgm:pt modelId="{77BD6147-2E20-4CA5-BCFC-0E2382A6122A}" type="sibTrans" cxnId="{FE14ADBC-9A84-4C12-B8C5-A123FBCCECC7}">
      <dgm:prSet/>
      <dgm:spPr/>
      <dgm:t>
        <a:bodyPr/>
        <a:lstStyle/>
        <a:p>
          <a:endParaRPr lang="en-US"/>
        </a:p>
      </dgm:t>
    </dgm:pt>
    <dgm:pt modelId="{0F3DA314-6F49-4861-AD5A-210184A14C59}">
      <dgm:prSet/>
      <dgm:spPr/>
      <dgm:t>
        <a:bodyPr/>
        <a:lstStyle/>
        <a:p>
          <a:pPr>
            <a:defRPr b="1"/>
          </a:pPr>
          <a:r>
            <a:rPr lang="it-IT" b="1" i="0" dirty="0"/>
            <a:t>Contratto REST stabile</a:t>
          </a:r>
          <a:r>
            <a:rPr lang="it-IT" b="0" i="0" dirty="0"/>
            <a:t> → FE e BE indipendenti: sviluppo parallelo (il FE </a:t>
          </a:r>
          <a:r>
            <a:rPr lang="it-IT" b="0" i="0" dirty="0" err="1"/>
            <a:t>mocka</a:t>
          </a:r>
          <a:r>
            <a:rPr lang="it-IT" b="0" i="0" dirty="0"/>
            <a:t> le API), sostituibilità</a:t>
          </a:r>
          <a:endParaRPr lang="en-US" dirty="0"/>
        </a:p>
      </dgm:t>
    </dgm:pt>
    <dgm:pt modelId="{919B18A2-C807-4705-9545-4FBD07195C69}" type="parTrans" cxnId="{7BF4297C-B79A-4B70-A115-B0AE675938FD}">
      <dgm:prSet/>
      <dgm:spPr/>
      <dgm:t>
        <a:bodyPr/>
        <a:lstStyle/>
        <a:p>
          <a:endParaRPr lang="en-US"/>
        </a:p>
      </dgm:t>
    </dgm:pt>
    <dgm:pt modelId="{E3D541A4-C9C9-497B-A448-88016BDCC4D5}" type="sibTrans" cxnId="{7BF4297C-B79A-4B70-A115-B0AE675938FD}">
      <dgm:prSet/>
      <dgm:spPr/>
      <dgm:t>
        <a:bodyPr/>
        <a:lstStyle/>
        <a:p>
          <a:endParaRPr lang="en-US"/>
        </a:p>
      </dgm:t>
    </dgm:pt>
    <dgm:pt modelId="{2522D69E-4A03-44E7-9524-88625A0411D5}">
      <dgm:prSet/>
      <dgm:spPr/>
      <dgm:t>
        <a:bodyPr/>
        <a:lstStyle/>
        <a:p>
          <a:pPr>
            <a:defRPr b="1"/>
          </a:pPr>
          <a:r>
            <a:rPr lang="it-IT" b="1" i="0" dirty="0"/>
            <a:t>Topologia a reverse proxy:</a:t>
          </a:r>
          <a:r>
            <a:rPr lang="it-IT" b="0" i="0" dirty="0"/>
            <a:t> il browser parla solo con </a:t>
          </a:r>
          <a:r>
            <a:rPr lang="it-IT" b="0" i="0" dirty="0" err="1"/>
            <a:t>Nginx</a:t>
          </a:r>
          <a:r>
            <a:rPr lang="it-IT" b="0" i="0" dirty="0"/>
            <a:t>; /api/ instradato sulla rete privata</a:t>
          </a:r>
          <a:endParaRPr lang="en-US" dirty="0"/>
        </a:p>
      </dgm:t>
    </dgm:pt>
    <dgm:pt modelId="{506915F6-845F-4393-844B-276548C17F32}" type="parTrans" cxnId="{01F7FBDB-DBF1-4656-B011-0750362D4A04}">
      <dgm:prSet/>
      <dgm:spPr/>
      <dgm:t>
        <a:bodyPr/>
        <a:lstStyle/>
        <a:p>
          <a:endParaRPr lang="en-US"/>
        </a:p>
      </dgm:t>
    </dgm:pt>
    <dgm:pt modelId="{EB9DE07D-6515-4EEF-8ED7-A1C10C059454}" type="sibTrans" cxnId="{01F7FBDB-DBF1-4656-B011-0750362D4A04}">
      <dgm:prSet/>
      <dgm:spPr/>
      <dgm:t>
        <a:bodyPr/>
        <a:lstStyle/>
        <a:p>
          <a:endParaRPr lang="en-US"/>
        </a:p>
      </dgm:t>
    </dgm:pt>
    <dgm:pt modelId="{79EA4AE2-AA17-4455-AD27-11ABD5066320}">
      <dgm:prSet/>
      <dgm:spPr/>
      <dgm:t>
        <a:bodyPr/>
        <a:lstStyle/>
        <a:p>
          <a:r>
            <a:rPr lang="it-IT" b="0" i="0" dirty="0"/>
            <a:t>BE e DB </a:t>
          </a:r>
          <a:r>
            <a:rPr lang="it-IT" b="1" i="0" dirty="0"/>
            <a:t>mai esposti su internet</a:t>
          </a:r>
          <a:r>
            <a:rPr lang="it-IT" b="0" i="0" dirty="0"/>
            <a:t> (VPC, defense in </a:t>
          </a:r>
          <a:r>
            <a:rPr lang="it-IT" b="0" i="0" dirty="0" err="1"/>
            <a:t>depth</a:t>
          </a:r>
          <a:r>
            <a:rPr lang="it-IT" b="0" i="0" dirty="0"/>
            <a:t>)</a:t>
          </a:r>
          <a:endParaRPr lang="en-US" dirty="0"/>
        </a:p>
      </dgm:t>
    </dgm:pt>
    <dgm:pt modelId="{8E300D6C-D240-4DAA-B617-514094B77871}" type="parTrans" cxnId="{814431E8-EA6D-41F5-B202-89C8312434BF}">
      <dgm:prSet/>
      <dgm:spPr/>
      <dgm:t>
        <a:bodyPr/>
        <a:lstStyle/>
        <a:p>
          <a:endParaRPr lang="en-US"/>
        </a:p>
      </dgm:t>
    </dgm:pt>
    <dgm:pt modelId="{9F9552A9-9B51-4572-AD71-B2BA30269BC1}" type="sibTrans" cxnId="{814431E8-EA6D-41F5-B202-89C8312434BF}">
      <dgm:prSet/>
      <dgm:spPr/>
      <dgm:t>
        <a:bodyPr/>
        <a:lstStyle/>
        <a:p>
          <a:endParaRPr lang="en-US"/>
        </a:p>
      </dgm:t>
    </dgm:pt>
    <dgm:pt modelId="{CA33BCAB-7160-4871-977B-B550E0F859B6}">
      <dgm:prSet/>
      <dgm:spPr/>
      <dgm:t>
        <a:bodyPr/>
        <a:lstStyle/>
        <a:p>
          <a:pPr>
            <a:defRPr b="1"/>
          </a:pPr>
          <a:r>
            <a:rPr lang="it-IT" b="1" i="0" dirty="0"/>
            <a:t>SPA:</a:t>
          </a:r>
          <a:r>
            <a:rPr lang="it-IT" b="0" i="0" dirty="0"/>
            <a:t> aggiornamenti senza </a:t>
          </a:r>
          <a:r>
            <a:rPr lang="it-IT" b="0" i="0" dirty="0" err="1"/>
            <a:t>reload</a:t>
          </a:r>
          <a:r>
            <a:rPr lang="it-IT" b="0" i="0" dirty="0"/>
            <a:t> → reattività; complessità spostata sul client</a:t>
          </a:r>
          <a:endParaRPr lang="en-US" dirty="0"/>
        </a:p>
      </dgm:t>
    </dgm:pt>
    <dgm:pt modelId="{13A8E2E5-66A4-4DAD-88CB-29FA274D5F93}" type="parTrans" cxnId="{DF498A86-0219-4BB2-AC44-E3EA15F2B429}">
      <dgm:prSet/>
      <dgm:spPr/>
      <dgm:t>
        <a:bodyPr/>
        <a:lstStyle/>
        <a:p>
          <a:endParaRPr lang="en-US"/>
        </a:p>
      </dgm:t>
    </dgm:pt>
    <dgm:pt modelId="{DA0A8898-8631-4BA7-9414-5FC294A3FD64}" type="sibTrans" cxnId="{DF498A86-0219-4BB2-AC44-E3EA15F2B429}">
      <dgm:prSet/>
      <dgm:spPr/>
      <dgm:t>
        <a:bodyPr/>
        <a:lstStyle/>
        <a:p>
          <a:endParaRPr lang="en-US"/>
        </a:p>
      </dgm:t>
    </dgm:pt>
    <dgm:pt modelId="{10E8D336-6FF3-45ED-858C-B04010C81B1E}" type="pres">
      <dgm:prSet presAssocID="{AEDDB601-36F1-4D67-9CBA-122DCA079D90}" presName="root" presStyleCnt="0">
        <dgm:presLayoutVars>
          <dgm:dir/>
          <dgm:resizeHandles val="exact"/>
        </dgm:presLayoutVars>
      </dgm:prSet>
      <dgm:spPr/>
    </dgm:pt>
    <dgm:pt modelId="{7C9BDB3C-37EE-4E08-AAD3-25258C7FAA35}" type="pres">
      <dgm:prSet presAssocID="{05FC010D-BC0D-40FD-9ED1-94518035DCAD}" presName="compNode" presStyleCnt="0"/>
      <dgm:spPr/>
    </dgm:pt>
    <dgm:pt modelId="{07B507E7-E460-4D73-8B54-43A2F8BEC04E}" type="pres">
      <dgm:prSet presAssocID="{05FC010D-BC0D-40FD-9ED1-94518035DCA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C5189F7C-4A5D-403B-800B-8C5B2AA30843}" type="pres">
      <dgm:prSet presAssocID="{05FC010D-BC0D-40FD-9ED1-94518035DCAD}" presName="iconSpace" presStyleCnt="0"/>
      <dgm:spPr/>
    </dgm:pt>
    <dgm:pt modelId="{5377FED0-CCB7-4667-BB76-83C76328791E}" type="pres">
      <dgm:prSet presAssocID="{05FC010D-BC0D-40FD-9ED1-94518035DCAD}" presName="parTx" presStyleLbl="revTx" presStyleIdx="0" presStyleCnt="8">
        <dgm:presLayoutVars>
          <dgm:chMax val="0"/>
          <dgm:chPref val="0"/>
        </dgm:presLayoutVars>
      </dgm:prSet>
      <dgm:spPr/>
    </dgm:pt>
    <dgm:pt modelId="{F7F22AFA-1CD1-4004-AB97-D757DB156038}" type="pres">
      <dgm:prSet presAssocID="{05FC010D-BC0D-40FD-9ED1-94518035DCAD}" presName="txSpace" presStyleCnt="0"/>
      <dgm:spPr/>
    </dgm:pt>
    <dgm:pt modelId="{5DEDF4B8-E560-459F-BB49-2E8F0CC1E3FF}" type="pres">
      <dgm:prSet presAssocID="{05FC010D-BC0D-40FD-9ED1-94518035DCAD}" presName="desTx" presStyleLbl="revTx" presStyleIdx="1" presStyleCnt="8">
        <dgm:presLayoutVars/>
      </dgm:prSet>
      <dgm:spPr/>
    </dgm:pt>
    <dgm:pt modelId="{CFE4CACD-F586-4712-BF34-7A2C19C794E8}" type="pres">
      <dgm:prSet presAssocID="{77BD6147-2E20-4CA5-BCFC-0E2382A6122A}" presName="sibTrans" presStyleCnt="0"/>
      <dgm:spPr/>
    </dgm:pt>
    <dgm:pt modelId="{5139907D-C1E2-4C85-AD2B-53979F2AD002}" type="pres">
      <dgm:prSet presAssocID="{0F3DA314-6F49-4861-AD5A-210184A14C59}" presName="compNode" presStyleCnt="0"/>
      <dgm:spPr/>
    </dgm:pt>
    <dgm:pt modelId="{36218A99-2EE6-479D-8639-FEA54B1CAC29}" type="pres">
      <dgm:prSet presAssocID="{0F3DA314-6F49-4861-AD5A-210184A14C5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77FFA186-30EC-4DC2-B939-1D4DF9AA9B66}" type="pres">
      <dgm:prSet presAssocID="{0F3DA314-6F49-4861-AD5A-210184A14C59}" presName="iconSpace" presStyleCnt="0"/>
      <dgm:spPr/>
    </dgm:pt>
    <dgm:pt modelId="{B906EB6F-0826-40FA-A9F4-2377B88A8DAE}" type="pres">
      <dgm:prSet presAssocID="{0F3DA314-6F49-4861-AD5A-210184A14C59}" presName="parTx" presStyleLbl="revTx" presStyleIdx="2" presStyleCnt="8">
        <dgm:presLayoutVars>
          <dgm:chMax val="0"/>
          <dgm:chPref val="0"/>
        </dgm:presLayoutVars>
      </dgm:prSet>
      <dgm:spPr/>
    </dgm:pt>
    <dgm:pt modelId="{5AD9D936-66DA-48E5-A76A-C6D20A724965}" type="pres">
      <dgm:prSet presAssocID="{0F3DA314-6F49-4861-AD5A-210184A14C59}" presName="txSpace" presStyleCnt="0"/>
      <dgm:spPr/>
    </dgm:pt>
    <dgm:pt modelId="{EEEA5652-4143-4A00-8558-6C64CE6B723E}" type="pres">
      <dgm:prSet presAssocID="{0F3DA314-6F49-4861-AD5A-210184A14C59}" presName="desTx" presStyleLbl="revTx" presStyleIdx="3" presStyleCnt="8">
        <dgm:presLayoutVars/>
      </dgm:prSet>
      <dgm:spPr/>
    </dgm:pt>
    <dgm:pt modelId="{47099A83-FAAA-4C6A-8A30-D5036CE89832}" type="pres">
      <dgm:prSet presAssocID="{E3D541A4-C9C9-497B-A448-88016BDCC4D5}" presName="sibTrans" presStyleCnt="0"/>
      <dgm:spPr/>
    </dgm:pt>
    <dgm:pt modelId="{1090AE3F-BE02-4977-9142-914BA50E6C22}" type="pres">
      <dgm:prSet presAssocID="{2522D69E-4A03-44E7-9524-88625A0411D5}" presName="compNode" presStyleCnt="0"/>
      <dgm:spPr/>
    </dgm:pt>
    <dgm:pt modelId="{95AC5D78-7850-4035-8704-DF7C64960868}" type="pres">
      <dgm:prSet presAssocID="{2522D69E-4A03-44E7-9524-88625A0411D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"/>
        </a:ext>
      </dgm:extLst>
    </dgm:pt>
    <dgm:pt modelId="{CEA4CDBB-C15D-40A3-BB4C-3432D6967068}" type="pres">
      <dgm:prSet presAssocID="{2522D69E-4A03-44E7-9524-88625A0411D5}" presName="iconSpace" presStyleCnt="0"/>
      <dgm:spPr/>
    </dgm:pt>
    <dgm:pt modelId="{E4E28AF0-D1B3-467C-AB33-0722BCB13503}" type="pres">
      <dgm:prSet presAssocID="{2522D69E-4A03-44E7-9524-88625A0411D5}" presName="parTx" presStyleLbl="revTx" presStyleIdx="4" presStyleCnt="8">
        <dgm:presLayoutVars>
          <dgm:chMax val="0"/>
          <dgm:chPref val="0"/>
        </dgm:presLayoutVars>
      </dgm:prSet>
      <dgm:spPr/>
    </dgm:pt>
    <dgm:pt modelId="{8C1FAA2B-A7B9-49D2-A3C9-1AE66A5C3F23}" type="pres">
      <dgm:prSet presAssocID="{2522D69E-4A03-44E7-9524-88625A0411D5}" presName="txSpace" presStyleCnt="0"/>
      <dgm:spPr/>
    </dgm:pt>
    <dgm:pt modelId="{A5C7748A-92A1-46D9-8305-5D785AAC745F}" type="pres">
      <dgm:prSet presAssocID="{2522D69E-4A03-44E7-9524-88625A0411D5}" presName="desTx" presStyleLbl="revTx" presStyleIdx="5" presStyleCnt="8">
        <dgm:presLayoutVars/>
      </dgm:prSet>
      <dgm:spPr/>
    </dgm:pt>
    <dgm:pt modelId="{4DBA7807-D184-444A-A8F8-8C97A42A285B}" type="pres">
      <dgm:prSet presAssocID="{EB9DE07D-6515-4EEF-8ED7-A1C10C059454}" presName="sibTrans" presStyleCnt="0"/>
      <dgm:spPr/>
    </dgm:pt>
    <dgm:pt modelId="{ED7F5172-BBE5-4CD0-BB50-5CA8808BA204}" type="pres">
      <dgm:prSet presAssocID="{CA33BCAB-7160-4871-977B-B550E0F859B6}" presName="compNode" presStyleCnt="0"/>
      <dgm:spPr/>
    </dgm:pt>
    <dgm:pt modelId="{D4C29529-F46F-4411-A74C-D959006CFDA5}" type="pres">
      <dgm:prSet presAssocID="{CA33BCAB-7160-4871-977B-B550E0F859B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ziato"/>
        </a:ext>
      </dgm:extLst>
    </dgm:pt>
    <dgm:pt modelId="{E3753692-85DA-4A3F-952F-F8C15C225B25}" type="pres">
      <dgm:prSet presAssocID="{CA33BCAB-7160-4871-977B-B550E0F859B6}" presName="iconSpace" presStyleCnt="0"/>
      <dgm:spPr/>
    </dgm:pt>
    <dgm:pt modelId="{66E7632E-215F-461A-8993-13E3850412B2}" type="pres">
      <dgm:prSet presAssocID="{CA33BCAB-7160-4871-977B-B550E0F859B6}" presName="parTx" presStyleLbl="revTx" presStyleIdx="6" presStyleCnt="8">
        <dgm:presLayoutVars>
          <dgm:chMax val="0"/>
          <dgm:chPref val="0"/>
        </dgm:presLayoutVars>
      </dgm:prSet>
      <dgm:spPr/>
    </dgm:pt>
    <dgm:pt modelId="{FDE5204E-8F54-4D67-872E-58E38BC765B7}" type="pres">
      <dgm:prSet presAssocID="{CA33BCAB-7160-4871-977B-B550E0F859B6}" presName="txSpace" presStyleCnt="0"/>
      <dgm:spPr/>
    </dgm:pt>
    <dgm:pt modelId="{3A26B7F7-3B86-407E-B579-7BE91564C379}" type="pres">
      <dgm:prSet presAssocID="{CA33BCAB-7160-4871-977B-B550E0F859B6}" presName="desTx" presStyleLbl="revTx" presStyleIdx="7" presStyleCnt="8">
        <dgm:presLayoutVars/>
      </dgm:prSet>
      <dgm:spPr/>
    </dgm:pt>
  </dgm:ptLst>
  <dgm:cxnLst>
    <dgm:cxn modelId="{4637EB04-18C8-4A93-B188-250915CA4E75}" type="presOf" srcId="{2522D69E-4A03-44E7-9524-88625A0411D5}" destId="{E4E28AF0-D1B3-467C-AB33-0722BCB13503}" srcOrd="0" destOrd="0" presId="urn:microsoft.com/office/officeart/2018/2/layout/IconLabelDescriptionList"/>
    <dgm:cxn modelId="{5F057F0B-7FB3-44D0-9F90-3331A65440F7}" type="presOf" srcId="{79EA4AE2-AA17-4455-AD27-11ABD5066320}" destId="{A5C7748A-92A1-46D9-8305-5D785AAC745F}" srcOrd="0" destOrd="0" presId="urn:microsoft.com/office/officeart/2018/2/layout/IconLabelDescriptionList"/>
    <dgm:cxn modelId="{2AA28E21-AD9D-49CF-840A-3603E24A7BC6}" type="presOf" srcId="{05FC010D-BC0D-40FD-9ED1-94518035DCAD}" destId="{5377FED0-CCB7-4667-BB76-83C76328791E}" srcOrd="0" destOrd="0" presId="urn:microsoft.com/office/officeart/2018/2/layout/IconLabelDescriptionList"/>
    <dgm:cxn modelId="{7BF4297C-B79A-4B70-A115-B0AE675938FD}" srcId="{AEDDB601-36F1-4D67-9CBA-122DCA079D90}" destId="{0F3DA314-6F49-4861-AD5A-210184A14C59}" srcOrd="1" destOrd="0" parTransId="{919B18A2-C807-4705-9545-4FBD07195C69}" sibTransId="{E3D541A4-C9C9-497B-A448-88016BDCC4D5}"/>
    <dgm:cxn modelId="{DF498A86-0219-4BB2-AC44-E3EA15F2B429}" srcId="{AEDDB601-36F1-4D67-9CBA-122DCA079D90}" destId="{CA33BCAB-7160-4871-977B-B550E0F859B6}" srcOrd="3" destOrd="0" parTransId="{13A8E2E5-66A4-4DAD-88CB-29FA274D5F93}" sibTransId="{DA0A8898-8631-4BA7-9414-5FC294A3FD64}"/>
    <dgm:cxn modelId="{F8E7FBB1-E062-4F19-ACA9-77F34A7D4349}" type="presOf" srcId="{CA33BCAB-7160-4871-977B-B550E0F859B6}" destId="{66E7632E-215F-461A-8993-13E3850412B2}" srcOrd="0" destOrd="0" presId="urn:microsoft.com/office/officeart/2018/2/layout/IconLabelDescriptionList"/>
    <dgm:cxn modelId="{FE14ADBC-9A84-4C12-B8C5-A123FBCCECC7}" srcId="{AEDDB601-36F1-4D67-9CBA-122DCA079D90}" destId="{05FC010D-BC0D-40FD-9ED1-94518035DCAD}" srcOrd="0" destOrd="0" parTransId="{A480FAF4-21FD-41B3-A2AF-09C043BB2E83}" sibTransId="{77BD6147-2E20-4CA5-BCFC-0E2382A6122A}"/>
    <dgm:cxn modelId="{01F7FBDB-DBF1-4656-B011-0750362D4A04}" srcId="{AEDDB601-36F1-4D67-9CBA-122DCA079D90}" destId="{2522D69E-4A03-44E7-9524-88625A0411D5}" srcOrd="2" destOrd="0" parTransId="{506915F6-845F-4393-844B-276548C17F32}" sibTransId="{EB9DE07D-6515-4EEF-8ED7-A1C10C059454}"/>
    <dgm:cxn modelId="{330E41DE-D166-4B55-BDD8-8FDD7D52CE42}" type="presOf" srcId="{0F3DA314-6F49-4861-AD5A-210184A14C59}" destId="{B906EB6F-0826-40FA-A9F4-2377B88A8DAE}" srcOrd="0" destOrd="0" presId="urn:microsoft.com/office/officeart/2018/2/layout/IconLabelDescriptionList"/>
    <dgm:cxn modelId="{814431E8-EA6D-41F5-B202-89C8312434BF}" srcId="{2522D69E-4A03-44E7-9524-88625A0411D5}" destId="{79EA4AE2-AA17-4455-AD27-11ABD5066320}" srcOrd="0" destOrd="0" parTransId="{8E300D6C-D240-4DAA-B617-514094B77871}" sibTransId="{9F9552A9-9B51-4572-AD71-B2BA30269BC1}"/>
    <dgm:cxn modelId="{DFDD2FF8-2C5C-4F93-A086-06EF8D17DD8F}" type="presOf" srcId="{AEDDB601-36F1-4D67-9CBA-122DCA079D90}" destId="{10E8D336-6FF3-45ED-858C-B04010C81B1E}" srcOrd="0" destOrd="0" presId="urn:microsoft.com/office/officeart/2018/2/layout/IconLabelDescriptionList"/>
    <dgm:cxn modelId="{23FC469D-C544-46CA-B632-1EF22C806AEF}" type="presParOf" srcId="{10E8D336-6FF3-45ED-858C-B04010C81B1E}" destId="{7C9BDB3C-37EE-4E08-AAD3-25258C7FAA35}" srcOrd="0" destOrd="0" presId="urn:microsoft.com/office/officeart/2018/2/layout/IconLabelDescriptionList"/>
    <dgm:cxn modelId="{CDEDD091-C7E3-4459-A1AF-A9826940C989}" type="presParOf" srcId="{7C9BDB3C-37EE-4E08-AAD3-25258C7FAA35}" destId="{07B507E7-E460-4D73-8B54-43A2F8BEC04E}" srcOrd="0" destOrd="0" presId="urn:microsoft.com/office/officeart/2018/2/layout/IconLabelDescriptionList"/>
    <dgm:cxn modelId="{32792829-5AA1-4DF4-9497-8B07ADE0B722}" type="presParOf" srcId="{7C9BDB3C-37EE-4E08-AAD3-25258C7FAA35}" destId="{C5189F7C-4A5D-403B-800B-8C5B2AA30843}" srcOrd="1" destOrd="0" presId="urn:microsoft.com/office/officeart/2018/2/layout/IconLabelDescriptionList"/>
    <dgm:cxn modelId="{1CD52456-16C4-4A1E-AC4C-D5E1C33087F6}" type="presParOf" srcId="{7C9BDB3C-37EE-4E08-AAD3-25258C7FAA35}" destId="{5377FED0-CCB7-4667-BB76-83C76328791E}" srcOrd="2" destOrd="0" presId="urn:microsoft.com/office/officeart/2018/2/layout/IconLabelDescriptionList"/>
    <dgm:cxn modelId="{A8B0B33D-B1D7-49C2-A588-715F0128F45A}" type="presParOf" srcId="{7C9BDB3C-37EE-4E08-AAD3-25258C7FAA35}" destId="{F7F22AFA-1CD1-4004-AB97-D757DB156038}" srcOrd="3" destOrd="0" presId="urn:microsoft.com/office/officeart/2018/2/layout/IconLabelDescriptionList"/>
    <dgm:cxn modelId="{20A8DE44-4B52-44BD-8C5A-04A8D1C4F113}" type="presParOf" srcId="{7C9BDB3C-37EE-4E08-AAD3-25258C7FAA35}" destId="{5DEDF4B8-E560-459F-BB49-2E8F0CC1E3FF}" srcOrd="4" destOrd="0" presId="urn:microsoft.com/office/officeart/2018/2/layout/IconLabelDescriptionList"/>
    <dgm:cxn modelId="{334166A0-00E3-4D12-96BE-3E5603C7279E}" type="presParOf" srcId="{10E8D336-6FF3-45ED-858C-B04010C81B1E}" destId="{CFE4CACD-F586-4712-BF34-7A2C19C794E8}" srcOrd="1" destOrd="0" presId="urn:microsoft.com/office/officeart/2018/2/layout/IconLabelDescriptionList"/>
    <dgm:cxn modelId="{9861E802-4135-44E3-9B1A-A64F4E336734}" type="presParOf" srcId="{10E8D336-6FF3-45ED-858C-B04010C81B1E}" destId="{5139907D-C1E2-4C85-AD2B-53979F2AD002}" srcOrd="2" destOrd="0" presId="urn:microsoft.com/office/officeart/2018/2/layout/IconLabelDescriptionList"/>
    <dgm:cxn modelId="{2BBFB538-864C-4B70-9136-62D60048EF72}" type="presParOf" srcId="{5139907D-C1E2-4C85-AD2B-53979F2AD002}" destId="{36218A99-2EE6-479D-8639-FEA54B1CAC29}" srcOrd="0" destOrd="0" presId="urn:microsoft.com/office/officeart/2018/2/layout/IconLabelDescriptionList"/>
    <dgm:cxn modelId="{DF92E605-609D-4013-80F1-BA950FA6E75D}" type="presParOf" srcId="{5139907D-C1E2-4C85-AD2B-53979F2AD002}" destId="{77FFA186-30EC-4DC2-B939-1D4DF9AA9B66}" srcOrd="1" destOrd="0" presId="urn:microsoft.com/office/officeart/2018/2/layout/IconLabelDescriptionList"/>
    <dgm:cxn modelId="{3E7EFA64-7B4E-4E2B-952A-ACE93AF7413F}" type="presParOf" srcId="{5139907D-C1E2-4C85-AD2B-53979F2AD002}" destId="{B906EB6F-0826-40FA-A9F4-2377B88A8DAE}" srcOrd="2" destOrd="0" presId="urn:microsoft.com/office/officeart/2018/2/layout/IconLabelDescriptionList"/>
    <dgm:cxn modelId="{5E7FAEEB-77C1-4AA2-A271-60F298005B19}" type="presParOf" srcId="{5139907D-C1E2-4C85-AD2B-53979F2AD002}" destId="{5AD9D936-66DA-48E5-A76A-C6D20A724965}" srcOrd="3" destOrd="0" presId="urn:microsoft.com/office/officeart/2018/2/layout/IconLabelDescriptionList"/>
    <dgm:cxn modelId="{0C9C84AA-BE19-4883-BD1D-F80695012F32}" type="presParOf" srcId="{5139907D-C1E2-4C85-AD2B-53979F2AD002}" destId="{EEEA5652-4143-4A00-8558-6C64CE6B723E}" srcOrd="4" destOrd="0" presId="urn:microsoft.com/office/officeart/2018/2/layout/IconLabelDescriptionList"/>
    <dgm:cxn modelId="{DE66F390-D44D-4E32-80AB-F31B0F0526E1}" type="presParOf" srcId="{10E8D336-6FF3-45ED-858C-B04010C81B1E}" destId="{47099A83-FAAA-4C6A-8A30-D5036CE89832}" srcOrd="3" destOrd="0" presId="urn:microsoft.com/office/officeart/2018/2/layout/IconLabelDescriptionList"/>
    <dgm:cxn modelId="{840E822E-E800-44C5-871B-28C504F95981}" type="presParOf" srcId="{10E8D336-6FF3-45ED-858C-B04010C81B1E}" destId="{1090AE3F-BE02-4977-9142-914BA50E6C22}" srcOrd="4" destOrd="0" presId="urn:microsoft.com/office/officeart/2018/2/layout/IconLabelDescriptionList"/>
    <dgm:cxn modelId="{3081CAC2-45C7-4FB2-9DFE-833DB761A7BB}" type="presParOf" srcId="{1090AE3F-BE02-4977-9142-914BA50E6C22}" destId="{95AC5D78-7850-4035-8704-DF7C64960868}" srcOrd="0" destOrd="0" presId="urn:microsoft.com/office/officeart/2018/2/layout/IconLabelDescriptionList"/>
    <dgm:cxn modelId="{1EFB55B7-4969-475B-B882-860CD65C5385}" type="presParOf" srcId="{1090AE3F-BE02-4977-9142-914BA50E6C22}" destId="{CEA4CDBB-C15D-40A3-BB4C-3432D6967068}" srcOrd="1" destOrd="0" presId="urn:microsoft.com/office/officeart/2018/2/layout/IconLabelDescriptionList"/>
    <dgm:cxn modelId="{D0EB2079-32FF-44C1-A56E-FFCBFD01303F}" type="presParOf" srcId="{1090AE3F-BE02-4977-9142-914BA50E6C22}" destId="{E4E28AF0-D1B3-467C-AB33-0722BCB13503}" srcOrd="2" destOrd="0" presId="urn:microsoft.com/office/officeart/2018/2/layout/IconLabelDescriptionList"/>
    <dgm:cxn modelId="{38FD52AB-8B32-4832-B5F5-094CB08DCD39}" type="presParOf" srcId="{1090AE3F-BE02-4977-9142-914BA50E6C22}" destId="{8C1FAA2B-A7B9-49D2-A3C9-1AE66A5C3F23}" srcOrd="3" destOrd="0" presId="urn:microsoft.com/office/officeart/2018/2/layout/IconLabelDescriptionList"/>
    <dgm:cxn modelId="{D7F32E53-23F0-4C0D-8065-B638764065F0}" type="presParOf" srcId="{1090AE3F-BE02-4977-9142-914BA50E6C22}" destId="{A5C7748A-92A1-46D9-8305-5D785AAC745F}" srcOrd="4" destOrd="0" presId="urn:microsoft.com/office/officeart/2018/2/layout/IconLabelDescriptionList"/>
    <dgm:cxn modelId="{6C21CD03-D71C-4BAB-B027-C8E712AEEABA}" type="presParOf" srcId="{10E8D336-6FF3-45ED-858C-B04010C81B1E}" destId="{4DBA7807-D184-444A-A8F8-8C97A42A285B}" srcOrd="5" destOrd="0" presId="urn:microsoft.com/office/officeart/2018/2/layout/IconLabelDescriptionList"/>
    <dgm:cxn modelId="{68098B01-41D9-447C-A981-503206A9674C}" type="presParOf" srcId="{10E8D336-6FF3-45ED-858C-B04010C81B1E}" destId="{ED7F5172-BBE5-4CD0-BB50-5CA8808BA204}" srcOrd="6" destOrd="0" presId="urn:microsoft.com/office/officeart/2018/2/layout/IconLabelDescriptionList"/>
    <dgm:cxn modelId="{EBB43535-5F5E-4852-9536-FB3F060E66EF}" type="presParOf" srcId="{ED7F5172-BBE5-4CD0-BB50-5CA8808BA204}" destId="{D4C29529-F46F-4411-A74C-D959006CFDA5}" srcOrd="0" destOrd="0" presId="urn:microsoft.com/office/officeart/2018/2/layout/IconLabelDescriptionList"/>
    <dgm:cxn modelId="{AAA2C3F2-3024-4D59-AB9E-0AF2A307947A}" type="presParOf" srcId="{ED7F5172-BBE5-4CD0-BB50-5CA8808BA204}" destId="{E3753692-85DA-4A3F-952F-F8C15C225B25}" srcOrd="1" destOrd="0" presId="urn:microsoft.com/office/officeart/2018/2/layout/IconLabelDescriptionList"/>
    <dgm:cxn modelId="{4E6C850A-6B99-4E62-A4FE-DFF2567A673A}" type="presParOf" srcId="{ED7F5172-BBE5-4CD0-BB50-5CA8808BA204}" destId="{66E7632E-215F-461A-8993-13E3850412B2}" srcOrd="2" destOrd="0" presId="urn:microsoft.com/office/officeart/2018/2/layout/IconLabelDescriptionList"/>
    <dgm:cxn modelId="{DA26C978-82A6-4284-8A53-7214AD572F3A}" type="presParOf" srcId="{ED7F5172-BBE5-4CD0-BB50-5CA8808BA204}" destId="{FDE5204E-8F54-4D67-872E-58E38BC765B7}" srcOrd="3" destOrd="0" presId="urn:microsoft.com/office/officeart/2018/2/layout/IconLabelDescriptionList"/>
    <dgm:cxn modelId="{109FF1D1-5B0F-49B8-A972-8273926B37B9}" type="presParOf" srcId="{ED7F5172-BBE5-4CD0-BB50-5CA8808BA204}" destId="{3A26B7F7-3B86-407E-B579-7BE91564C37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197094-2D36-4FB3-9700-8FBE73DBD63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322C0C67-0CFE-4DC5-99C2-DC534F2DEF0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/>
            <a:t>4 livelli, dipendenze solo verso il basso:</a:t>
          </a:r>
          <a:endParaRPr lang="en-US"/>
        </a:p>
      </dgm:t>
    </dgm:pt>
    <dgm:pt modelId="{32003EC3-36BD-4AD4-B42D-B98F3BEDA391}" type="parTrans" cxnId="{9859386D-3AED-4923-AB6B-A3AD70FF83D4}">
      <dgm:prSet/>
      <dgm:spPr/>
      <dgm:t>
        <a:bodyPr/>
        <a:lstStyle/>
        <a:p>
          <a:endParaRPr lang="en-US"/>
        </a:p>
      </dgm:t>
    </dgm:pt>
    <dgm:pt modelId="{C260E622-1B80-48C5-A68C-4C78C2AA5712}" type="sibTrans" cxnId="{9859386D-3AED-4923-AB6B-A3AD70FF83D4}">
      <dgm:prSet/>
      <dgm:spPr/>
      <dgm:t>
        <a:bodyPr/>
        <a:lstStyle/>
        <a:p>
          <a:endParaRPr lang="en-US"/>
        </a:p>
      </dgm:t>
    </dgm:pt>
    <dgm:pt modelId="{A787F84D-9F28-4BD7-B7C9-F5C2C4AAD51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Controller</a:t>
          </a:r>
          <a:r>
            <a:rPr lang="it-IT" b="0" i="0" dirty="0"/>
            <a:t> — </a:t>
          </a:r>
          <a:r>
            <a:rPr lang="it-IT" b="0" i="0" dirty="0" err="1"/>
            <a:t>presentation</a:t>
          </a:r>
          <a:r>
            <a:rPr lang="it-IT" b="0" i="0" dirty="0"/>
            <a:t>: HTTP/JSON, estrae la sessione</a:t>
          </a:r>
          <a:endParaRPr lang="en-US" dirty="0"/>
        </a:p>
      </dgm:t>
    </dgm:pt>
    <dgm:pt modelId="{8DD1A075-1277-4760-BFAE-285BD43C8D16}" type="parTrans" cxnId="{C7195593-333B-4C4B-A022-D8E0C80F9B0D}">
      <dgm:prSet/>
      <dgm:spPr/>
      <dgm:t>
        <a:bodyPr/>
        <a:lstStyle/>
        <a:p>
          <a:endParaRPr lang="en-US"/>
        </a:p>
      </dgm:t>
    </dgm:pt>
    <dgm:pt modelId="{08A9D662-7001-499C-9294-13BEF01358AA}" type="sibTrans" cxnId="{C7195593-333B-4C4B-A022-D8E0C80F9B0D}">
      <dgm:prSet/>
      <dgm:spPr/>
      <dgm:t>
        <a:bodyPr/>
        <a:lstStyle/>
        <a:p>
          <a:endParaRPr lang="en-US"/>
        </a:p>
      </dgm:t>
    </dgm:pt>
    <dgm:pt modelId="{FF5121F5-A474-418A-9801-2E2EC6CBAF7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Service</a:t>
          </a:r>
          <a:r>
            <a:rPr lang="it-IT" b="0" i="0"/>
            <a:t> — business: regole, autorizzazione per ruolo</a:t>
          </a:r>
          <a:endParaRPr lang="en-US"/>
        </a:p>
      </dgm:t>
    </dgm:pt>
    <dgm:pt modelId="{900B7B75-464F-45C6-91A2-649143450E4E}" type="parTrans" cxnId="{1F4F3E3E-CB5A-4D6F-A08A-039554267D2F}">
      <dgm:prSet/>
      <dgm:spPr/>
      <dgm:t>
        <a:bodyPr/>
        <a:lstStyle/>
        <a:p>
          <a:endParaRPr lang="en-US"/>
        </a:p>
      </dgm:t>
    </dgm:pt>
    <dgm:pt modelId="{87F84E69-6249-4DD6-A0EC-D787205294A3}" type="sibTrans" cxnId="{1F4F3E3E-CB5A-4D6F-A08A-039554267D2F}">
      <dgm:prSet/>
      <dgm:spPr/>
      <dgm:t>
        <a:bodyPr/>
        <a:lstStyle/>
        <a:p>
          <a:endParaRPr lang="en-US"/>
        </a:p>
      </dgm:t>
    </dgm:pt>
    <dgm:pt modelId="{AAEFF199-9C04-4244-9D59-850B561A422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Repository</a:t>
          </a:r>
          <a:r>
            <a:rPr lang="it-IT" b="0" i="0"/>
            <a:t> — data access: Spring Data JPA</a:t>
          </a:r>
          <a:endParaRPr lang="en-US"/>
        </a:p>
      </dgm:t>
    </dgm:pt>
    <dgm:pt modelId="{63E140F9-972D-4CB2-9BEB-FBD97E3EAE9A}" type="parTrans" cxnId="{8B7C2D09-2847-4D1E-8A7A-5C56F10B851E}">
      <dgm:prSet/>
      <dgm:spPr/>
      <dgm:t>
        <a:bodyPr/>
        <a:lstStyle/>
        <a:p>
          <a:endParaRPr lang="en-US"/>
        </a:p>
      </dgm:t>
    </dgm:pt>
    <dgm:pt modelId="{DDCF773D-C6C2-4ECB-821D-5F1959D56045}" type="sibTrans" cxnId="{8B7C2D09-2847-4D1E-8A7A-5C56F10B851E}">
      <dgm:prSet/>
      <dgm:spPr/>
      <dgm:t>
        <a:bodyPr/>
        <a:lstStyle/>
        <a:p>
          <a:endParaRPr lang="en-US"/>
        </a:p>
      </dgm:t>
    </dgm:pt>
    <dgm:pt modelId="{6EEB0C9C-5FC2-4AFC-B69B-7F5D4888E1C6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Model</a:t>
          </a:r>
          <a:r>
            <a:rPr lang="it-IT" b="0" i="0"/>
            <a:t> — dominio: entità JPA</a:t>
          </a:r>
          <a:endParaRPr lang="en-US"/>
        </a:p>
      </dgm:t>
    </dgm:pt>
    <dgm:pt modelId="{BDD835B4-0B5A-4402-9D5E-C0941B110553}" type="parTrans" cxnId="{0B00DDED-25BC-4DB1-A4D9-F2F51603CF11}">
      <dgm:prSet/>
      <dgm:spPr/>
      <dgm:t>
        <a:bodyPr/>
        <a:lstStyle/>
        <a:p>
          <a:endParaRPr lang="en-US"/>
        </a:p>
      </dgm:t>
    </dgm:pt>
    <dgm:pt modelId="{F72B0FBE-5500-4BC7-BB3E-18471BB394D2}" type="sibTrans" cxnId="{0B00DDED-25BC-4DB1-A4D9-F2F51603CF11}">
      <dgm:prSet/>
      <dgm:spPr/>
      <dgm:t>
        <a:bodyPr/>
        <a:lstStyle/>
        <a:p>
          <a:endParaRPr lang="en-US"/>
        </a:p>
      </dgm:t>
    </dgm:pt>
    <dgm:pt modelId="{BA268BBF-4115-4D9B-B186-E2B278C24F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/>
            <a:t>Trasversali:</a:t>
          </a:r>
          <a:endParaRPr lang="en-US"/>
        </a:p>
      </dgm:t>
    </dgm:pt>
    <dgm:pt modelId="{125CD123-2395-434F-BB3D-25E6D075E742}" type="parTrans" cxnId="{457D899B-DFB4-450D-AD4E-1B67D4F4A0B1}">
      <dgm:prSet/>
      <dgm:spPr/>
      <dgm:t>
        <a:bodyPr/>
        <a:lstStyle/>
        <a:p>
          <a:endParaRPr lang="en-US"/>
        </a:p>
      </dgm:t>
    </dgm:pt>
    <dgm:pt modelId="{EE679443-23C5-4573-A19D-2E9D3EA6270A}" type="sibTrans" cxnId="{457D899B-DFB4-450D-AD4E-1B67D4F4A0B1}">
      <dgm:prSet/>
      <dgm:spPr/>
      <dgm:t>
        <a:bodyPr/>
        <a:lstStyle/>
        <a:p>
          <a:endParaRPr lang="en-US"/>
        </a:p>
      </dgm:t>
    </dgm:pt>
    <dgm:pt modelId="{27B21FFF-F73C-43FC-8C3D-E178F3E79DB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0" i="0" dirty="0"/>
            <a:t>errori centralizzati — gerarchia </a:t>
          </a:r>
          <a:r>
            <a:rPr lang="it-IT" b="0" i="0" dirty="0" err="1"/>
            <a:t>ApiException</a:t>
          </a:r>
          <a:r>
            <a:rPr lang="it-IT" b="0" i="0" dirty="0"/>
            <a:t> → status HTTP, un solo @RestControllerAdvice</a:t>
          </a:r>
          <a:endParaRPr lang="en-US" dirty="0"/>
        </a:p>
      </dgm:t>
    </dgm:pt>
    <dgm:pt modelId="{A4AF4563-C24B-405E-ABDA-068A1798C31C}" type="parTrans" cxnId="{34FF4D27-34D4-4AB9-8F0E-67C4ECC89C30}">
      <dgm:prSet/>
      <dgm:spPr/>
      <dgm:t>
        <a:bodyPr/>
        <a:lstStyle/>
        <a:p>
          <a:endParaRPr lang="en-US"/>
        </a:p>
      </dgm:t>
    </dgm:pt>
    <dgm:pt modelId="{4E7B509E-8793-4090-86FD-041DB7D0F2A8}" type="sibTrans" cxnId="{34FF4D27-34D4-4AB9-8F0E-67C4ECC89C30}">
      <dgm:prSet/>
      <dgm:spPr/>
      <dgm:t>
        <a:bodyPr/>
        <a:lstStyle/>
        <a:p>
          <a:endParaRPr lang="en-US"/>
        </a:p>
      </dgm:t>
    </dgm:pt>
    <dgm:pt modelId="{0FD30BA2-7A2E-4913-8346-F139ED58EA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Data </a:t>
          </a:r>
          <a:r>
            <a:rPr lang="it-IT" b="1" i="0" dirty="0" err="1"/>
            <a:t>layer</a:t>
          </a:r>
          <a:r>
            <a:rPr lang="it-IT" b="1" i="0" dirty="0"/>
            <a:t> ottimizzato:</a:t>
          </a:r>
          <a:r>
            <a:rPr lang="it-IT" b="0" i="0" dirty="0"/>
            <a:t> proiezione diretta su DTO (mai il </a:t>
          </a:r>
          <a:r>
            <a:rPr lang="it-IT" b="0" i="0" dirty="0" err="1"/>
            <a:t>bytea</a:t>
          </a:r>
          <a:r>
            <a:rPr lang="it-IT" b="0" i="0" dirty="0"/>
            <a:t> in lista) · polling incrementale su </a:t>
          </a:r>
          <a:r>
            <a:rPr lang="it-IT" b="0" i="0" dirty="0" err="1"/>
            <a:t>version</a:t>
          </a:r>
          <a:endParaRPr lang="en-US" dirty="0" err="1"/>
        </a:p>
      </dgm:t>
    </dgm:pt>
    <dgm:pt modelId="{6BC2EC66-22BD-4294-9F9E-1D9E9EDDAE4F}" type="parTrans" cxnId="{0C86C954-2FC5-4849-946B-34513BBED5CA}">
      <dgm:prSet/>
      <dgm:spPr/>
      <dgm:t>
        <a:bodyPr/>
        <a:lstStyle/>
        <a:p>
          <a:endParaRPr lang="en-US"/>
        </a:p>
      </dgm:t>
    </dgm:pt>
    <dgm:pt modelId="{C42C4211-C28C-4D66-95BE-F975AF084D35}" type="sibTrans" cxnId="{0C86C954-2FC5-4849-946B-34513BBED5CA}">
      <dgm:prSet/>
      <dgm:spPr/>
      <dgm:t>
        <a:bodyPr/>
        <a:lstStyle/>
        <a:p>
          <a:endParaRPr lang="en-US"/>
        </a:p>
      </dgm:t>
    </dgm:pt>
    <dgm:pt modelId="{7566BD0E-E200-40B1-80DB-DF42619026BC}" type="pres">
      <dgm:prSet presAssocID="{AC197094-2D36-4FB3-9700-8FBE73DBD63C}" presName="root" presStyleCnt="0">
        <dgm:presLayoutVars>
          <dgm:dir/>
          <dgm:resizeHandles val="exact"/>
        </dgm:presLayoutVars>
      </dgm:prSet>
      <dgm:spPr/>
    </dgm:pt>
    <dgm:pt modelId="{CEDF9EAF-7C2A-4B29-A038-DD60B97022FD}" type="pres">
      <dgm:prSet presAssocID="{322C0C67-0CFE-4DC5-99C2-DC534F2DEF04}" presName="compNode" presStyleCnt="0"/>
      <dgm:spPr/>
    </dgm:pt>
    <dgm:pt modelId="{BF6DDD8F-2F00-4E09-BF9C-197F7DAB06E6}" type="pres">
      <dgm:prSet presAssocID="{322C0C67-0CFE-4DC5-99C2-DC534F2DEF04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ro di mattoni dell'edificio con riempimento a tinta unita"/>
        </a:ext>
      </dgm:extLst>
    </dgm:pt>
    <dgm:pt modelId="{26E51228-714A-4438-86D4-9C4E55A57BDE}" type="pres">
      <dgm:prSet presAssocID="{322C0C67-0CFE-4DC5-99C2-DC534F2DEF04}" presName="iconSpace" presStyleCnt="0"/>
      <dgm:spPr/>
    </dgm:pt>
    <dgm:pt modelId="{4960B2A8-EC84-4800-9396-FBDD9A158253}" type="pres">
      <dgm:prSet presAssocID="{322C0C67-0CFE-4DC5-99C2-DC534F2DEF04}" presName="parTx" presStyleLbl="revTx" presStyleIdx="0" presStyleCnt="6">
        <dgm:presLayoutVars>
          <dgm:chMax val="0"/>
          <dgm:chPref val="0"/>
        </dgm:presLayoutVars>
      </dgm:prSet>
      <dgm:spPr/>
    </dgm:pt>
    <dgm:pt modelId="{A73B6400-0D3D-468C-B4D6-05F3FE4717A8}" type="pres">
      <dgm:prSet presAssocID="{322C0C67-0CFE-4DC5-99C2-DC534F2DEF04}" presName="txSpace" presStyleCnt="0"/>
      <dgm:spPr/>
    </dgm:pt>
    <dgm:pt modelId="{AB42133E-1FEF-4663-8142-95B32193B8F1}" type="pres">
      <dgm:prSet presAssocID="{322C0C67-0CFE-4DC5-99C2-DC534F2DEF04}" presName="desTx" presStyleLbl="revTx" presStyleIdx="1" presStyleCnt="6">
        <dgm:presLayoutVars/>
      </dgm:prSet>
      <dgm:spPr/>
    </dgm:pt>
    <dgm:pt modelId="{5BD0E0A9-615D-4496-80C4-D999DC6C3028}" type="pres">
      <dgm:prSet presAssocID="{C260E622-1B80-48C5-A68C-4C78C2AA5712}" presName="sibTrans" presStyleCnt="0"/>
      <dgm:spPr/>
    </dgm:pt>
    <dgm:pt modelId="{0F52EDD2-5FC2-4409-BED0-00B7366E2809}" type="pres">
      <dgm:prSet presAssocID="{BA268BBF-4115-4D9B-B186-E2B278C24FF1}" presName="compNode" presStyleCnt="0"/>
      <dgm:spPr/>
    </dgm:pt>
    <dgm:pt modelId="{361383DE-5AA3-4BE5-A331-CA5BC624766F}" type="pres">
      <dgm:prSet presAssocID="{BA268BBF-4115-4D9B-B186-E2B278C24FF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8CB266EF-B39D-4448-B83B-8B60D5BC8B04}" type="pres">
      <dgm:prSet presAssocID="{BA268BBF-4115-4D9B-B186-E2B278C24FF1}" presName="iconSpace" presStyleCnt="0"/>
      <dgm:spPr/>
    </dgm:pt>
    <dgm:pt modelId="{C1164712-83AB-4878-B965-2DF0CCD77265}" type="pres">
      <dgm:prSet presAssocID="{BA268BBF-4115-4D9B-B186-E2B278C24FF1}" presName="parTx" presStyleLbl="revTx" presStyleIdx="2" presStyleCnt="6">
        <dgm:presLayoutVars>
          <dgm:chMax val="0"/>
          <dgm:chPref val="0"/>
        </dgm:presLayoutVars>
      </dgm:prSet>
      <dgm:spPr/>
    </dgm:pt>
    <dgm:pt modelId="{849D66CE-B988-4DF2-934D-96B5C9B6285D}" type="pres">
      <dgm:prSet presAssocID="{BA268BBF-4115-4D9B-B186-E2B278C24FF1}" presName="txSpace" presStyleCnt="0"/>
      <dgm:spPr/>
    </dgm:pt>
    <dgm:pt modelId="{357C0C87-FBA3-48FD-AE8C-526CC7440D71}" type="pres">
      <dgm:prSet presAssocID="{BA268BBF-4115-4D9B-B186-E2B278C24FF1}" presName="desTx" presStyleLbl="revTx" presStyleIdx="3" presStyleCnt="6">
        <dgm:presLayoutVars/>
      </dgm:prSet>
      <dgm:spPr/>
    </dgm:pt>
    <dgm:pt modelId="{4FA01840-7CFE-4737-9E53-F057F8DFC37E}" type="pres">
      <dgm:prSet presAssocID="{EE679443-23C5-4573-A19D-2E9D3EA6270A}" presName="sibTrans" presStyleCnt="0"/>
      <dgm:spPr/>
    </dgm:pt>
    <dgm:pt modelId="{2C07DDCF-BBBD-42DA-BC4D-AA4776B71E86}" type="pres">
      <dgm:prSet presAssocID="{0FD30BA2-7A2E-4913-8346-F139ED58EAD3}" presName="compNode" presStyleCnt="0"/>
      <dgm:spPr/>
    </dgm:pt>
    <dgm:pt modelId="{AC8D362D-9894-4D29-A309-493D96BBCD02}" type="pres">
      <dgm:prSet presAssocID="{0FD30BA2-7A2E-4913-8346-F139ED58EAD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D95F88-A7AE-4F4D-86D1-05D0917041F3}" type="pres">
      <dgm:prSet presAssocID="{0FD30BA2-7A2E-4913-8346-F139ED58EAD3}" presName="iconSpace" presStyleCnt="0"/>
      <dgm:spPr/>
    </dgm:pt>
    <dgm:pt modelId="{3EAA8D85-CE3A-406B-8252-D4F20597119A}" type="pres">
      <dgm:prSet presAssocID="{0FD30BA2-7A2E-4913-8346-F139ED58EAD3}" presName="parTx" presStyleLbl="revTx" presStyleIdx="4" presStyleCnt="6">
        <dgm:presLayoutVars>
          <dgm:chMax val="0"/>
          <dgm:chPref val="0"/>
        </dgm:presLayoutVars>
      </dgm:prSet>
      <dgm:spPr/>
    </dgm:pt>
    <dgm:pt modelId="{6897AC92-B3A4-41AD-BFD2-9FD599D2304C}" type="pres">
      <dgm:prSet presAssocID="{0FD30BA2-7A2E-4913-8346-F139ED58EAD3}" presName="txSpace" presStyleCnt="0"/>
      <dgm:spPr/>
    </dgm:pt>
    <dgm:pt modelId="{A7CA94D9-8038-40BF-969B-D33E70376404}" type="pres">
      <dgm:prSet presAssocID="{0FD30BA2-7A2E-4913-8346-F139ED58EAD3}" presName="desTx" presStyleLbl="revTx" presStyleIdx="5" presStyleCnt="6">
        <dgm:presLayoutVars/>
      </dgm:prSet>
      <dgm:spPr/>
    </dgm:pt>
  </dgm:ptLst>
  <dgm:cxnLst>
    <dgm:cxn modelId="{641D8806-DAA9-4F44-878A-C5A85B1CFF10}" type="presOf" srcId="{AC197094-2D36-4FB3-9700-8FBE73DBD63C}" destId="{7566BD0E-E200-40B1-80DB-DF42619026BC}" srcOrd="0" destOrd="0" presId="urn:microsoft.com/office/officeart/2018/5/layout/CenteredIconLabelDescriptionList"/>
    <dgm:cxn modelId="{8B7C2D09-2847-4D1E-8A7A-5C56F10B851E}" srcId="{322C0C67-0CFE-4DC5-99C2-DC534F2DEF04}" destId="{AAEFF199-9C04-4244-9D59-850B561A4220}" srcOrd="2" destOrd="0" parTransId="{63E140F9-972D-4CB2-9BEB-FBD97E3EAE9A}" sibTransId="{DDCF773D-C6C2-4ECB-821D-5F1959D56045}"/>
    <dgm:cxn modelId="{26DC0A10-0A94-4B8B-A091-E9DC65ED0883}" type="presOf" srcId="{FF5121F5-A474-418A-9801-2E2EC6CBAF7D}" destId="{AB42133E-1FEF-4663-8142-95B32193B8F1}" srcOrd="0" destOrd="1" presId="urn:microsoft.com/office/officeart/2018/5/layout/CenteredIconLabelDescriptionList"/>
    <dgm:cxn modelId="{1AB47D17-8EE1-4076-906F-A94F4506E7E9}" type="presOf" srcId="{AAEFF199-9C04-4244-9D59-850B561A4220}" destId="{AB42133E-1FEF-4663-8142-95B32193B8F1}" srcOrd="0" destOrd="2" presId="urn:microsoft.com/office/officeart/2018/5/layout/CenteredIconLabelDescriptionList"/>
    <dgm:cxn modelId="{0818281E-2AAA-4728-B3D7-6D8643442204}" type="presOf" srcId="{A787F84D-9F28-4BD7-B7C9-F5C2C4AAD51B}" destId="{AB42133E-1FEF-4663-8142-95B32193B8F1}" srcOrd="0" destOrd="0" presId="urn:microsoft.com/office/officeart/2018/5/layout/CenteredIconLabelDescriptionList"/>
    <dgm:cxn modelId="{34FF4D27-34D4-4AB9-8F0E-67C4ECC89C30}" srcId="{BA268BBF-4115-4D9B-B186-E2B278C24FF1}" destId="{27B21FFF-F73C-43FC-8C3D-E178F3E79DB5}" srcOrd="0" destOrd="0" parTransId="{A4AF4563-C24B-405E-ABDA-068A1798C31C}" sibTransId="{4E7B509E-8793-4090-86FD-041DB7D0F2A8}"/>
    <dgm:cxn modelId="{1F4F3E3E-CB5A-4D6F-A08A-039554267D2F}" srcId="{322C0C67-0CFE-4DC5-99C2-DC534F2DEF04}" destId="{FF5121F5-A474-418A-9801-2E2EC6CBAF7D}" srcOrd="1" destOrd="0" parTransId="{900B7B75-464F-45C6-91A2-649143450E4E}" sibTransId="{87F84E69-6249-4DD6-A0EC-D787205294A3}"/>
    <dgm:cxn modelId="{085A0442-54B2-4607-A9B8-64C8CEBCAE04}" type="presOf" srcId="{BA268BBF-4115-4D9B-B186-E2B278C24FF1}" destId="{C1164712-83AB-4878-B965-2DF0CCD77265}" srcOrd="0" destOrd="0" presId="urn:microsoft.com/office/officeart/2018/5/layout/CenteredIconLabelDescriptionList"/>
    <dgm:cxn modelId="{9859386D-3AED-4923-AB6B-A3AD70FF83D4}" srcId="{AC197094-2D36-4FB3-9700-8FBE73DBD63C}" destId="{322C0C67-0CFE-4DC5-99C2-DC534F2DEF04}" srcOrd="0" destOrd="0" parTransId="{32003EC3-36BD-4AD4-B42D-B98F3BEDA391}" sibTransId="{C260E622-1B80-48C5-A68C-4C78C2AA5712}"/>
    <dgm:cxn modelId="{1100DB53-33A4-4C0D-9148-AA90192F4A60}" type="presOf" srcId="{322C0C67-0CFE-4DC5-99C2-DC534F2DEF04}" destId="{4960B2A8-EC84-4800-9396-FBDD9A158253}" srcOrd="0" destOrd="0" presId="urn:microsoft.com/office/officeart/2018/5/layout/CenteredIconLabelDescriptionList"/>
    <dgm:cxn modelId="{0C86C954-2FC5-4849-946B-34513BBED5CA}" srcId="{AC197094-2D36-4FB3-9700-8FBE73DBD63C}" destId="{0FD30BA2-7A2E-4913-8346-F139ED58EAD3}" srcOrd="2" destOrd="0" parTransId="{6BC2EC66-22BD-4294-9F9E-1D9E9EDDAE4F}" sibTransId="{C42C4211-C28C-4D66-95BE-F975AF084D35}"/>
    <dgm:cxn modelId="{C7195593-333B-4C4B-A022-D8E0C80F9B0D}" srcId="{322C0C67-0CFE-4DC5-99C2-DC534F2DEF04}" destId="{A787F84D-9F28-4BD7-B7C9-F5C2C4AAD51B}" srcOrd="0" destOrd="0" parTransId="{8DD1A075-1277-4760-BFAE-285BD43C8D16}" sibTransId="{08A9D662-7001-499C-9294-13BEF01358AA}"/>
    <dgm:cxn modelId="{457D899B-DFB4-450D-AD4E-1B67D4F4A0B1}" srcId="{AC197094-2D36-4FB3-9700-8FBE73DBD63C}" destId="{BA268BBF-4115-4D9B-B186-E2B278C24FF1}" srcOrd="1" destOrd="0" parTransId="{125CD123-2395-434F-BB3D-25E6D075E742}" sibTransId="{EE679443-23C5-4573-A19D-2E9D3EA6270A}"/>
    <dgm:cxn modelId="{162C1CAA-53F4-4450-B0B7-D30AE998C0D0}" type="presOf" srcId="{27B21FFF-F73C-43FC-8C3D-E178F3E79DB5}" destId="{357C0C87-FBA3-48FD-AE8C-526CC7440D71}" srcOrd="0" destOrd="0" presId="urn:microsoft.com/office/officeart/2018/5/layout/CenteredIconLabelDescriptionList"/>
    <dgm:cxn modelId="{0CAC43CD-556E-47A8-9616-3472386C0D37}" type="presOf" srcId="{0FD30BA2-7A2E-4913-8346-F139ED58EAD3}" destId="{3EAA8D85-CE3A-406B-8252-D4F20597119A}" srcOrd="0" destOrd="0" presId="urn:microsoft.com/office/officeart/2018/5/layout/CenteredIconLabelDescriptionList"/>
    <dgm:cxn modelId="{0B00DDED-25BC-4DB1-A4D9-F2F51603CF11}" srcId="{322C0C67-0CFE-4DC5-99C2-DC534F2DEF04}" destId="{6EEB0C9C-5FC2-4AFC-B69B-7F5D4888E1C6}" srcOrd="3" destOrd="0" parTransId="{BDD835B4-0B5A-4402-9D5E-C0941B110553}" sibTransId="{F72B0FBE-5500-4BC7-BB3E-18471BB394D2}"/>
    <dgm:cxn modelId="{C8ABE5EE-AB74-4D82-BADF-EAC584CC00DF}" type="presOf" srcId="{6EEB0C9C-5FC2-4AFC-B69B-7F5D4888E1C6}" destId="{AB42133E-1FEF-4663-8142-95B32193B8F1}" srcOrd="0" destOrd="3" presId="urn:microsoft.com/office/officeart/2018/5/layout/CenteredIconLabelDescriptionList"/>
    <dgm:cxn modelId="{034A3F33-48FC-450F-AB4F-250C7EB17677}" type="presParOf" srcId="{7566BD0E-E200-40B1-80DB-DF42619026BC}" destId="{CEDF9EAF-7C2A-4B29-A038-DD60B97022FD}" srcOrd="0" destOrd="0" presId="urn:microsoft.com/office/officeart/2018/5/layout/CenteredIconLabelDescriptionList"/>
    <dgm:cxn modelId="{8642E8D3-697A-4F45-8DA4-D442DC9C93C2}" type="presParOf" srcId="{CEDF9EAF-7C2A-4B29-A038-DD60B97022FD}" destId="{BF6DDD8F-2F00-4E09-BF9C-197F7DAB06E6}" srcOrd="0" destOrd="0" presId="urn:microsoft.com/office/officeart/2018/5/layout/CenteredIconLabelDescriptionList"/>
    <dgm:cxn modelId="{9A04C9F5-3D2B-4361-B0CE-D15DB43B1112}" type="presParOf" srcId="{CEDF9EAF-7C2A-4B29-A038-DD60B97022FD}" destId="{26E51228-714A-4438-86D4-9C4E55A57BDE}" srcOrd="1" destOrd="0" presId="urn:microsoft.com/office/officeart/2018/5/layout/CenteredIconLabelDescriptionList"/>
    <dgm:cxn modelId="{0AA852A9-0AB6-4CD1-9FDF-324D1635E486}" type="presParOf" srcId="{CEDF9EAF-7C2A-4B29-A038-DD60B97022FD}" destId="{4960B2A8-EC84-4800-9396-FBDD9A158253}" srcOrd="2" destOrd="0" presId="urn:microsoft.com/office/officeart/2018/5/layout/CenteredIconLabelDescriptionList"/>
    <dgm:cxn modelId="{7E4C242F-6978-4C3C-9564-6E207320AC13}" type="presParOf" srcId="{CEDF9EAF-7C2A-4B29-A038-DD60B97022FD}" destId="{A73B6400-0D3D-468C-B4D6-05F3FE4717A8}" srcOrd="3" destOrd="0" presId="urn:microsoft.com/office/officeart/2018/5/layout/CenteredIconLabelDescriptionList"/>
    <dgm:cxn modelId="{6D7EDAA1-5512-4B8A-A82F-732376F1C810}" type="presParOf" srcId="{CEDF9EAF-7C2A-4B29-A038-DD60B97022FD}" destId="{AB42133E-1FEF-4663-8142-95B32193B8F1}" srcOrd="4" destOrd="0" presId="urn:microsoft.com/office/officeart/2018/5/layout/CenteredIconLabelDescriptionList"/>
    <dgm:cxn modelId="{E14BC31B-A0C5-461F-8F52-BDD72EFB706E}" type="presParOf" srcId="{7566BD0E-E200-40B1-80DB-DF42619026BC}" destId="{5BD0E0A9-615D-4496-80C4-D999DC6C3028}" srcOrd="1" destOrd="0" presId="urn:microsoft.com/office/officeart/2018/5/layout/CenteredIconLabelDescriptionList"/>
    <dgm:cxn modelId="{92127290-D2D8-4CAA-99B7-69432144669A}" type="presParOf" srcId="{7566BD0E-E200-40B1-80DB-DF42619026BC}" destId="{0F52EDD2-5FC2-4409-BED0-00B7366E2809}" srcOrd="2" destOrd="0" presId="urn:microsoft.com/office/officeart/2018/5/layout/CenteredIconLabelDescriptionList"/>
    <dgm:cxn modelId="{46C342A5-E276-4186-A93B-F2EFFA7A3E8C}" type="presParOf" srcId="{0F52EDD2-5FC2-4409-BED0-00B7366E2809}" destId="{361383DE-5AA3-4BE5-A331-CA5BC624766F}" srcOrd="0" destOrd="0" presId="urn:microsoft.com/office/officeart/2018/5/layout/CenteredIconLabelDescriptionList"/>
    <dgm:cxn modelId="{87C453DB-FCAA-4EEE-A0D9-F5107A72C048}" type="presParOf" srcId="{0F52EDD2-5FC2-4409-BED0-00B7366E2809}" destId="{8CB266EF-B39D-4448-B83B-8B60D5BC8B04}" srcOrd="1" destOrd="0" presId="urn:microsoft.com/office/officeart/2018/5/layout/CenteredIconLabelDescriptionList"/>
    <dgm:cxn modelId="{7F34D0F4-63A7-491A-8B68-72F61880C67D}" type="presParOf" srcId="{0F52EDD2-5FC2-4409-BED0-00B7366E2809}" destId="{C1164712-83AB-4878-B965-2DF0CCD77265}" srcOrd="2" destOrd="0" presId="urn:microsoft.com/office/officeart/2018/5/layout/CenteredIconLabelDescriptionList"/>
    <dgm:cxn modelId="{5561191B-6FC7-4456-B28F-49CD2FAABF27}" type="presParOf" srcId="{0F52EDD2-5FC2-4409-BED0-00B7366E2809}" destId="{849D66CE-B988-4DF2-934D-96B5C9B6285D}" srcOrd="3" destOrd="0" presId="urn:microsoft.com/office/officeart/2018/5/layout/CenteredIconLabelDescriptionList"/>
    <dgm:cxn modelId="{7F682984-B4D8-4DD0-82B3-F971886B86DB}" type="presParOf" srcId="{0F52EDD2-5FC2-4409-BED0-00B7366E2809}" destId="{357C0C87-FBA3-48FD-AE8C-526CC7440D71}" srcOrd="4" destOrd="0" presId="urn:microsoft.com/office/officeart/2018/5/layout/CenteredIconLabelDescriptionList"/>
    <dgm:cxn modelId="{0056099B-4553-45F3-BAAC-43B67918B4CF}" type="presParOf" srcId="{7566BD0E-E200-40B1-80DB-DF42619026BC}" destId="{4FA01840-7CFE-4737-9E53-F057F8DFC37E}" srcOrd="3" destOrd="0" presId="urn:microsoft.com/office/officeart/2018/5/layout/CenteredIconLabelDescriptionList"/>
    <dgm:cxn modelId="{44D362A4-0608-4FB8-B42F-BBA0F95E28B9}" type="presParOf" srcId="{7566BD0E-E200-40B1-80DB-DF42619026BC}" destId="{2C07DDCF-BBBD-42DA-BC4D-AA4776B71E86}" srcOrd="4" destOrd="0" presId="urn:microsoft.com/office/officeart/2018/5/layout/CenteredIconLabelDescriptionList"/>
    <dgm:cxn modelId="{7521DA26-B5C6-46F7-A341-B6B1C3B938CB}" type="presParOf" srcId="{2C07DDCF-BBBD-42DA-BC4D-AA4776B71E86}" destId="{AC8D362D-9894-4D29-A309-493D96BBCD02}" srcOrd="0" destOrd="0" presId="urn:microsoft.com/office/officeart/2018/5/layout/CenteredIconLabelDescriptionList"/>
    <dgm:cxn modelId="{FBCFA5F8-6062-4AE4-ADC5-E2A4A5FF4B0A}" type="presParOf" srcId="{2C07DDCF-BBBD-42DA-BC4D-AA4776B71E86}" destId="{25D95F88-A7AE-4F4D-86D1-05D0917041F3}" srcOrd="1" destOrd="0" presId="urn:microsoft.com/office/officeart/2018/5/layout/CenteredIconLabelDescriptionList"/>
    <dgm:cxn modelId="{FC76BE0D-8103-484A-A6F1-4AFA7C48AA04}" type="presParOf" srcId="{2C07DDCF-BBBD-42DA-BC4D-AA4776B71E86}" destId="{3EAA8D85-CE3A-406B-8252-D4F20597119A}" srcOrd="2" destOrd="0" presId="urn:microsoft.com/office/officeart/2018/5/layout/CenteredIconLabelDescriptionList"/>
    <dgm:cxn modelId="{BC5E9002-1762-42A9-8368-0D78F73D80C7}" type="presParOf" srcId="{2C07DDCF-BBBD-42DA-BC4D-AA4776B71E86}" destId="{6897AC92-B3A4-41AD-BFD2-9FD599D2304C}" srcOrd="3" destOrd="0" presId="urn:microsoft.com/office/officeart/2018/5/layout/CenteredIconLabelDescriptionList"/>
    <dgm:cxn modelId="{39B9659B-E2A3-41D8-8D63-4136BC4704C4}" type="presParOf" srcId="{2C07DDCF-BBBD-42DA-BC4D-AA4776B71E86}" destId="{A7CA94D9-8038-40BF-969B-D33E7037640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3E3CC45-81B1-47CA-B8E5-2B8E5416896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3EDA6F-0961-487C-A007-D8E5FF044C96}">
      <dgm:prSet/>
      <dgm:spPr/>
      <dgm:t>
        <a:bodyPr/>
        <a:lstStyle/>
        <a:p>
          <a:pPr>
            <a:defRPr b="1"/>
          </a:pPr>
          <a:r>
            <a:rPr lang="it-IT" b="1" i="0"/>
            <a:t>Entità:</a:t>
          </a:r>
          <a:r>
            <a:rPr lang="it-IT" b="0" i="0"/>
            <a:t> Utente (ruolo) · Issue · Sessione · Notifica — Commento incorporato nella Issue</a:t>
          </a:r>
          <a:endParaRPr lang="en-US"/>
        </a:p>
      </dgm:t>
    </dgm:pt>
    <dgm:pt modelId="{72513206-C10D-48E8-A454-74479252080A}" type="parTrans" cxnId="{1187CEC2-B937-4795-849A-8D5147A295DA}">
      <dgm:prSet/>
      <dgm:spPr/>
      <dgm:t>
        <a:bodyPr/>
        <a:lstStyle/>
        <a:p>
          <a:endParaRPr lang="en-US"/>
        </a:p>
      </dgm:t>
    </dgm:pt>
    <dgm:pt modelId="{60460E11-960B-4B45-8833-02407A67879E}" type="sibTrans" cxnId="{1187CEC2-B937-4795-849A-8D5147A295DA}">
      <dgm:prSet/>
      <dgm:spPr/>
      <dgm:t>
        <a:bodyPr/>
        <a:lstStyle/>
        <a:p>
          <a:endParaRPr lang="en-US"/>
        </a:p>
      </dgm:t>
    </dgm:pt>
    <dgm:pt modelId="{92293195-17BB-42D4-836C-137A8787A7DD}">
      <dgm:prSet/>
      <dgm:spPr/>
      <dgm:t>
        <a:bodyPr/>
        <a:lstStyle/>
        <a:p>
          <a:pPr>
            <a:defRPr b="1"/>
          </a:pPr>
          <a:r>
            <a:rPr lang="it-IT" b="1" i="0"/>
            <a:t>Issue è il nucleo:</a:t>
          </a:r>
          <a:r>
            <a:rPr lang="it-IT" b="0" i="0"/>
            <a:t> stato, tipo, priorità, scadenza, etichette, allegato, 3 relazioni verso Utente</a:t>
          </a:r>
          <a:endParaRPr lang="en-US"/>
        </a:p>
      </dgm:t>
    </dgm:pt>
    <dgm:pt modelId="{99194AB5-3E79-462D-8110-BF0CF6734AAC}" type="parTrans" cxnId="{FEE02A3C-8B15-4EE3-88E1-12EB3EBD2BB1}">
      <dgm:prSet/>
      <dgm:spPr/>
      <dgm:t>
        <a:bodyPr/>
        <a:lstStyle/>
        <a:p>
          <a:endParaRPr lang="en-US"/>
        </a:p>
      </dgm:t>
    </dgm:pt>
    <dgm:pt modelId="{DD6D7F76-1549-453A-B817-81738FF62910}" type="sibTrans" cxnId="{FEE02A3C-8B15-4EE3-88E1-12EB3EBD2BB1}">
      <dgm:prSet/>
      <dgm:spPr/>
      <dgm:t>
        <a:bodyPr/>
        <a:lstStyle/>
        <a:p>
          <a:endParaRPr lang="en-US"/>
        </a:p>
      </dgm:t>
    </dgm:pt>
    <dgm:pt modelId="{A904223C-0247-41E9-9937-6FA7831B20EA}">
      <dgm:prSet/>
      <dgm:spPr/>
      <dgm:t>
        <a:bodyPr/>
        <a:lstStyle/>
        <a:p>
          <a:pPr>
            <a:defRPr b="1"/>
          </a:pPr>
          <a:r>
            <a:rPr lang="it-IT" b="1" i="0"/>
            <a:t>Scelte di persistenza motivate:</a:t>
          </a:r>
          <a:endParaRPr lang="en-US"/>
        </a:p>
      </dgm:t>
    </dgm:pt>
    <dgm:pt modelId="{B85EA9AE-EAB9-4311-8D9B-A47A7F83C19B}" type="parTrans" cxnId="{6A352086-2958-47A5-90F2-2EE4ED92C178}">
      <dgm:prSet/>
      <dgm:spPr/>
      <dgm:t>
        <a:bodyPr/>
        <a:lstStyle/>
        <a:p>
          <a:endParaRPr lang="en-US"/>
        </a:p>
      </dgm:t>
    </dgm:pt>
    <dgm:pt modelId="{79934C28-6090-4F97-880C-A5499A48185D}" type="sibTrans" cxnId="{6A352086-2958-47A5-90F2-2EE4ED92C178}">
      <dgm:prSet/>
      <dgm:spPr/>
      <dgm:t>
        <a:bodyPr/>
        <a:lstStyle/>
        <a:p>
          <a:endParaRPr lang="en-US"/>
        </a:p>
      </dgm:t>
    </dgm:pt>
    <dgm:pt modelId="{EC29A864-840D-4B94-A1C7-40C022006768}">
      <dgm:prSet/>
      <dgm:spPr/>
      <dgm:t>
        <a:bodyPr/>
        <a:lstStyle/>
        <a:p>
          <a:r>
            <a:rPr lang="it-IT" b="0" i="0"/>
            <a:t>campo </a:t>
          </a:r>
          <a:r>
            <a:rPr lang="it-IT" b="1" i="0"/>
            <a:t>version (@Version)</a:t>
          </a:r>
          <a:r>
            <a:rPr lang="it-IT" b="0" i="0"/>
            <a:t> → concorrenza ottimistica (RS-06)</a:t>
          </a:r>
          <a:endParaRPr lang="en-US"/>
        </a:p>
      </dgm:t>
    </dgm:pt>
    <dgm:pt modelId="{087BB658-2C37-483C-8F6B-0A29019D1A0F}" type="parTrans" cxnId="{54E81B39-686B-434C-9614-E49F3A0714C8}">
      <dgm:prSet/>
      <dgm:spPr/>
      <dgm:t>
        <a:bodyPr/>
        <a:lstStyle/>
        <a:p>
          <a:endParaRPr lang="en-US"/>
        </a:p>
      </dgm:t>
    </dgm:pt>
    <dgm:pt modelId="{1F868268-AE7C-452F-8FE0-E11ACBAC7915}" type="sibTrans" cxnId="{54E81B39-686B-434C-9614-E49F3A0714C8}">
      <dgm:prSet/>
      <dgm:spPr/>
      <dgm:t>
        <a:bodyPr/>
        <a:lstStyle/>
        <a:p>
          <a:endParaRPr lang="en-US"/>
        </a:p>
      </dgm:t>
    </dgm:pt>
    <dgm:pt modelId="{BC80327B-9C78-4ADD-8491-A1E5C15BB01C}">
      <dgm:prSet/>
      <dgm:spPr/>
      <dgm:t>
        <a:bodyPr/>
        <a:lstStyle/>
        <a:p>
          <a:r>
            <a:rPr lang="it-IT" b="0" i="0"/>
            <a:t>etichette </a:t>
          </a:r>
          <a:r>
            <a:rPr lang="it-IT" b="1" i="0"/>
            <a:t>text[]</a:t>
          </a:r>
          <a:r>
            <a:rPr lang="it-IT" b="0" i="0"/>
            <a:t>, commenti </a:t>
          </a:r>
          <a:r>
            <a:rPr lang="it-IT" b="1" i="0"/>
            <a:t>jsonb</a:t>
          </a:r>
          <a:r>
            <a:rPr lang="it-IT" b="0" i="0"/>
            <a:t> → PostgreSQL ibrido relazionale/documentale, niente tabelle di join per dati consultivi</a:t>
          </a:r>
          <a:endParaRPr lang="en-US"/>
        </a:p>
      </dgm:t>
    </dgm:pt>
    <dgm:pt modelId="{51F4B69F-430E-4229-BAB7-CF9F71CEF4CF}" type="parTrans" cxnId="{3894FECB-9EAE-4CCA-879F-D78043D1DD8E}">
      <dgm:prSet/>
      <dgm:spPr/>
      <dgm:t>
        <a:bodyPr/>
        <a:lstStyle/>
        <a:p>
          <a:endParaRPr lang="en-US"/>
        </a:p>
      </dgm:t>
    </dgm:pt>
    <dgm:pt modelId="{231B04D1-9FE8-488C-9A27-E3B26B3FA09A}" type="sibTrans" cxnId="{3894FECB-9EAE-4CCA-879F-D78043D1DD8E}">
      <dgm:prSet/>
      <dgm:spPr/>
      <dgm:t>
        <a:bodyPr/>
        <a:lstStyle/>
        <a:p>
          <a:endParaRPr lang="en-US"/>
        </a:p>
      </dgm:t>
    </dgm:pt>
    <dgm:pt modelId="{C00E727E-A29F-4E17-800E-68B3D2C6343E}">
      <dgm:prSet/>
      <dgm:spPr/>
      <dgm:t>
        <a:bodyPr/>
        <a:lstStyle/>
        <a:p>
          <a:r>
            <a:rPr lang="it-IT" b="0" i="0"/>
            <a:t>sessione con chiave </a:t>
          </a:r>
          <a:r>
            <a:rPr lang="it-IT" b="1" i="0"/>
            <a:t>UUID</a:t>
          </a:r>
          <a:r>
            <a:rPr lang="it-IT" b="0" i="0"/>
            <a:t> → previene ID-enumeration</a:t>
          </a:r>
          <a:endParaRPr lang="en-US"/>
        </a:p>
      </dgm:t>
    </dgm:pt>
    <dgm:pt modelId="{78C959AE-521B-43CA-A973-AAB25F107B99}" type="parTrans" cxnId="{8074A705-7861-49EF-85E7-04BDE9B8B635}">
      <dgm:prSet/>
      <dgm:spPr/>
      <dgm:t>
        <a:bodyPr/>
        <a:lstStyle/>
        <a:p>
          <a:endParaRPr lang="en-US"/>
        </a:p>
      </dgm:t>
    </dgm:pt>
    <dgm:pt modelId="{7270BA53-708A-4DE6-AB38-2B5DB1B6A6C7}" type="sibTrans" cxnId="{8074A705-7861-49EF-85E7-04BDE9B8B635}">
      <dgm:prSet/>
      <dgm:spPr/>
      <dgm:t>
        <a:bodyPr/>
        <a:lstStyle/>
        <a:p>
          <a:endParaRPr lang="en-US"/>
        </a:p>
      </dgm:t>
    </dgm:pt>
    <dgm:pt modelId="{071EE2BF-703C-4C23-B2E5-00F9FE36D8AE}">
      <dgm:prSet/>
      <dgm:spPr/>
      <dgm:t>
        <a:bodyPr/>
        <a:lstStyle/>
        <a:p>
          <a:r>
            <a:rPr lang="it-IT" b="0" i="0"/>
            <a:t>password </a:t>
          </a:r>
          <a:r>
            <a:rPr lang="it-IT" b="1" i="0"/>
            <a:t>hash BCrypt</a:t>
          </a:r>
          <a:r>
            <a:rPr lang="it-IT" b="0" i="0"/>
            <a:t>, mai in chiaro (RNF-01)</a:t>
          </a:r>
          <a:endParaRPr lang="en-US"/>
        </a:p>
      </dgm:t>
    </dgm:pt>
    <dgm:pt modelId="{04473135-9037-4516-A0D4-3E23DBDE8990}" type="parTrans" cxnId="{BA6F14F5-638F-4A57-A67A-EA3A3E104A9B}">
      <dgm:prSet/>
      <dgm:spPr/>
      <dgm:t>
        <a:bodyPr/>
        <a:lstStyle/>
        <a:p>
          <a:endParaRPr lang="en-US"/>
        </a:p>
      </dgm:t>
    </dgm:pt>
    <dgm:pt modelId="{D8CD8479-759F-4C25-A629-4B13F9350748}" type="sibTrans" cxnId="{BA6F14F5-638F-4A57-A67A-EA3A3E104A9B}">
      <dgm:prSet/>
      <dgm:spPr/>
      <dgm:t>
        <a:bodyPr/>
        <a:lstStyle/>
        <a:p>
          <a:endParaRPr lang="en-US"/>
        </a:p>
      </dgm:t>
    </dgm:pt>
    <dgm:pt modelId="{EE9CCF0E-84A9-46AE-9C76-FB0E516B0EE6}" type="pres">
      <dgm:prSet presAssocID="{C3E3CC45-81B1-47CA-B8E5-2B8E5416896E}" presName="root" presStyleCnt="0">
        <dgm:presLayoutVars>
          <dgm:dir/>
          <dgm:resizeHandles val="exact"/>
        </dgm:presLayoutVars>
      </dgm:prSet>
      <dgm:spPr/>
    </dgm:pt>
    <dgm:pt modelId="{D81638E2-E59E-400C-8963-211E4EC6D245}" type="pres">
      <dgm:prSet presAssocID="{1F3EDA6F-0961-487C-A007-D8E5FF044C96}" presName="compNode" presStyleCnt="0"/>
      <dgm:spPr/>
    </dgm:pt>
    <dgm:pt modelId="{084728E2-9BC5-41D6-8959-9E302E77A7B1}" type="pres">
      <dgm:prSet presAssocID="{1F3EDA6F-0961-487C-A007-D8E5FF044C9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ttotitoli"/>
        </a:ext>
      </dgm:extLst>
    </dgm:pt>
    <dgm:pt modelId="{D1FC3F4B-042C-4EE5-9317-96C417FE067A}" type="pres">
      <dgm:prSet presAssocID="{1F3EDA6F-0961-487C-A007-D8E5FF044C96}" presName="iconSpace" presStyleCnt="0"/>
      <dgm:spPr/>
    </dgm:pt>
    <dgm:pt modelId="{8D2DD4CE-958A-46F7-B3A8-407F4E12797E}" type="pres">
      <dgm:prSet presAssocID="{1F3EDA6F-0961-487C-A007-D8E5FF044C96}" presName="parTx" presStyleLbl="revTx" presStyleIdx="0" presStyleCnt="6">
        <dgm:presLayoutVars>
          <dgm:chMax val="0"/>
          <dgm:chPref val="0"/>
        </dgm:presLayoutVars>
      </dgm:prSet>
      <dgm:spPr/>
    </dgm:pt>
    <dgm:pt modelId="{3964E5E4-0748-4252-971E-CE0852B42027}" type="pres">
      <dgm:prSet presAssocID="{1F3EDA6F-0961-487C-A007-D8E5FF044C96}" presName="txSpace" presStyleCnt="0"/>
      <dgm:spPr/>
    </dgm:pt>
    <dgm:pt modelId="{138EE042-4F26-4753-8BC1-3BA18A4A5631}" type="pres">
      <dgm:prSet presAssocID="{1F3EDA6F-0961-487C-A007-D8E5FF044C96}" presName="desTx" presStyleLbl="revTx" presStyleIdx="1" presStyleCnt="6">
        <dgm:presLayoutVars/>
      </dgm:prSet>
      <dgm:spPr/>
    </dgm:pt>
    <dgm:pt modelId="{FCE5CD66-3E6D-4F79-A4A9-6A549C6D2619}" type="pres">
      <dgm:prSet presAssocID="{60460E11-960B-4B45-8833-02407A67879E}" presName="sibTrans" presStyleCnt="0"/>
      <dgm:spPr/>
    </dgm:pt>
    <dgm:pt modelId="{65BACFAC-A5A8-4A95-8CEF-CA6E2923511E}" type="pres">
      <dgm:prSet presAssocID="{92293195-17BB-42D4-836C-137A8787A7DD}" presName="compNode" presStyleCnt="0"/>
      <dgm:spPr/>
    </dgm:pt>
    <dgm:pt modelId="{5929508A-8E1B-487C-A50B-7E6CE4D2D2FA}" type="pres">
      <dgm:prSet presAssocID="{92293195-17BB-42D4-836C-137A8787A7D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diera"/>
        </a:ext>
      </dgm:extLst>
    </dgm:pt>
    <dgm:pt modelId="{81CDCD4B-0F44-4E6A-82C1-189CEBA8B1E6}" type="pres">
      <dgm:prSet presAssocID="{92293195-17BB-42D4-836C-137A8787A7DD}" presName="iconSpace" presStyleCnt="0"/>
      <dgm:spPr/>
    </dgm:pt>
    <dgm:pt modelId="{E68A5D47-ED76-44F1-9BF1-B75C3B4B6495}" type="pres">
      <dgm:prSet presAssocID="{92293195-17BB-42D4-836C-137A8787A7DD}" presName="parTx" presStyleLbl="revTx" presStyleIdx="2" presStyleCnt="6">
        <dgm:presLayoutVars>
          <dgm:chMax val="0"/>
          <dgm:chPref val="0"/>
        </dgm:presLayoutVars>
      </dgm:prSet>
      <dgm:spPr/>
    </dgm:pt>
    <dgm:pt modelId="{BE5B798E-3138-4963-B95C-98D9D3AA5550}" type="pres">
      <dgm:prSet presAssocID="{92293195-17BB-42D4-836C-137A8787A7DD}" presName="txSpace" presStyleCnt="0"/>
      <dgm:spPr/>
    </dgm:pt>
    <dgm:pt modelId="{E2FAB69F-E83D-472E-83EA-FA8B8BC4CC41}" type="pres">
      <dgm:prSet presAssocID="{92293195-17BB-42D4-836C-137A8787A7DD}" presName="desTx" presStyleLbl="revTx" presStyleIdx="3" presStyleCnt="6">
        <dgm:presLayoutVars/>
      </dgm:prSet>
      <dgm:spPr/>
    </dgm:pt>
    <dgm:pt modelId="{D7DC3C8C-C711-4283-91D0-06239428B7B4}" type="pres">
      <dgm:prSet presAssocID="{DD6D7F76-1549-453A-B817-81738FF62910}" presName="sibTrans" presStyleCnt="0"/>
      <dgm:spPr/>
    </dgm:pt>
    <dgm:pt modelId="{6333553D-AAB2-4000-8CA6-ABDAA7A40107}" type="pres">
      <dgm:prSet presAssocID="{A904223C-0247-41E9-9937-6FA7831B20EA}" presName="compNode" presStyleCnt="0"/>
      <dgm:spPr/>
    </dgm:pt>
    <dgm:pt modelId="{1924A9D5-6F93-4760-8F59-28965F9AD8ED}" type="pres">
      <dgm:prSet presAssocID="{A904223C-0247-41E9-9937-6FA7831B20E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37D1434C-38BE-458E-86A4-1EF92E043713}" type="pres">
      <dgm:prSet presAssocID="{A904223C-0247-41E9-9937-6FA7831B20EA}" presName="iconSpace" presStyleCnt="0"/>
      <dgm:spPr/>
    </dgm:pt>
    <dgm:pt modelId="{A91455E5-90C0-4854-8E39-CEF123BB5673}" type="pres">
      <dgm:prSet presAssocID="{A904223C-0247-41E9-9937-6FA7831B20EA}" presName="parTx" presStyleLbl="revTx" presStyleIdx="4" presStyleCnt="6">
        <dgm:presLayoutVars>
          <dgm:chMax val="0"/>
          <dgm:chPref val="0"/>
        </dgm:presLayoutVars>
      </dgm:prSet>
      <dgm:spPr/>
    </dgm:pt>
    <dgm:pt modelId="{118A0609-D33E-4FD4-80D3-0965F34D699A}" type="pres">
      <dgm:prSet presAssocID="{A904223C-0247-41E9-9937-6FA7831B20EA}" presName="txSpace" presStyleCnt="0"/>
      <dgm:spPr/>
    </dgm:pt>
    <dgm:pt modelId="{3EE54B67-AE36-4CD0-8542-17221A54E5A4}" type="pres">
      <dgm:prSet presAssocID="{A904223C-0247-41E9-9937-6FA7831B20EA}" presName="desTx" presStyleLbl="revTx" presStyleIdx="5" presStyleCnt="6">
        <dgm:presLayoutVars/>
      </dgm:prSet>
      <dgm:spPr/>
    </dgm:pt>
  </dgm:ptLst>
  <dgm:cxnLst>
    <dgm:cxn modelId="{8074A705-7861-49EF-85E7-04BDE9B8B635}" srcId="{A904223C-0247-41E9-9937-6FA7831B20EA}" destId="{C00E727E-A29F-4E17-800E-68B3D2C6343E}" srcOrd="2" destOrd="0" parTransId="{78C959AE-521B-43CA-A973-AAB25F107B99}" sibTransId="{7270BA53-708A-4DE6-AB38-2B5DB1B6A6C7}"/>
    <dgm:cxn modelId="{54E81B39-686B-434C-9614-E49F3A0714C8}" srcId="{A904223C-0247-41E9-9937-6FA7831B20EA}" destId="{EC29A864-840D-4B94-A1C7-40C022006768}" srcOrd="0" destOrd="0" parTransId="{087BB658-2C37-483C-8F6B-0A29019D1A0F}" sibTransId="{1F868268-AE7C-452F-8FE0-E11ACBAC7915}"/>
    <dgm:cxn modelId="{FEE02A3C-8B15-4EE3-88E1-12EB3EBD2BB1}" srcId="{C3E3CC45-81B1-47CA-B8E5-2B8E5416896E}" destId="{92293195-17BB-42D4-836C-137A8787A7DD}" srcOrd="1" destOrd="0" parTransId="{99194AB5-3E79-462D-8110-BF0CF6734AAC}" sibTransId="{DD6D7F76-1549-453A-B817-81738FF62910}"/>
    <dgm:cxn modelId="{4CDA815D-FE14-4805-8A67-B1C96D173A1A}" type="presOf" srcId="{A904223C-0247-41E9-9937-6FA7831B20EA}" destId="{A91455E5-90C0-4854-8E39-CEF123BB5673}" srcOrd="0" destOrd="0" presId="urn:microsoft.com/office/officeart/2018/5/layout/CenteredIconLabelDescriptionList"/>
    <dgm:cxn modelId="{12AD6762-2F8E-45DD-95F7-4A13136E284A}" type="presOf" srcId="{EC29A864-840D-4B94-A1C7-40C022006768}" destId="{3EE54B67-AE36-4CD0-8542-17221A54E5A4}" srcOrd="0" destOrd="0" presId="urn:microsoft.com/office/officeart/2018/5/layout/CenteredIconLabelDescriptionList"/>
    <dgm:cxn modelId="{E94ED354-2055-4D99-B5E3-1418799F8F99}" type="presOf" srcId="{C3E3CC45-81B1-47CA-B8E5-2B8E5416896E}" destId="{EE9CCF0E-84A9-46AE-9C76-FB0E516B0EE6}" srcOrd="0" destOrd="0" presId="urn:microsoft.com/office/officeart/2018/5/layout/CenteredIconLabelDescriptionList"/>
    <dgm:cxn modelId="{6A352086-2958-47A5-90F2-2EE4ED92C178}" srcId="{C3E3CC45-81B1-47CA-B8E5-2B8E5416896E}" destId="{A904223C-0247-41E9-9937-6FA7831B20EA}" srcOrd="2" destOrd="0" parTransId="{B85EA9AE-EAB9-4311-8D9B-A47A7F83C19B}" sibTransId="{79934C28-6090-4F97-880C-A5499A48185D}"/>
    <dgm:cxn modelId="{C3543F87-08E5-4EFE-B2AC-09A83BFD3FAB}" type="presOf" srcId="{071EE2BF-703C-4C23-B2E5-00F9FE36D8AE}" destId="{3EE54B67-AE36-4CD0-8542-17221A54E5A4}" srcOrd="0" destOrd="3" presId="urn:microsoft.com/office/officeart/2018/5/layout/CenteredIconLabelDescriptionList"/>
    <dgm:cxn modelId="{1ADA2C9A-377B-4920-A3AB-37B292BC5551}" type="presOf" srcId="{1F3EDA6F-0961-487C-A007-D8E5FF044C96}" destId="{8D2DD4CE-958A-46F7-B3A8-407F4E12797E}" srcOrd="0" destOrd="0" presId="urn:microsoft.com/office/officeart/2018/5/layout/CenteredIconLabelDescriptionList"/>
    <dgm:cxn modelId="{1187CEC2-B937-4795-849A-8D5147A295DA}" srcId="{C3E3CC45-81B1-47CA-B8E5-2B8E5416896E}" destId="{1F3EDA6F-0961-487C-A007-D8E5FF044C96}" srcOrd="0" destOrd="0" parTransId="{72513206-C10D-48E8-A454-74479252080A}" sibTransId="{60460E11-960B-4B45-8833-02407A67879E}"/>
    <dgm:cxn modelId="{6DC60FC3-DEE5-4761-BC2A-F76FF6229F34}" type="presOf" srcId="{C00E727E-A29F-4E17-800E-68B3D2C6343E}" destId="{3EE54B67-AE36-4CD0-8542-17221A54E5A4}" srcOrd="0" destOrd="2" presId="urn:microsoft.com/office/officeart/2018/5/layout/CenteredIconLabelDescriptionList"/>
    <dgm:cxn modelId="{3894FECB-9EAE-4CCA-879F-D78043D1DD8E}" srcId="{A904223C-0247-41E9-9937-6FA7831B20EA}" destId="{BC80327B-9C78-4ADD-8491-A1E5C15BB01C}" srcOrd="1" destOrd="0" parTransId="{51F4B69F-430E-4229-BAB7-CF9F71CEF4CF}" sibTransId="{231B04D1-9FE8-488C-9A27-E3B26B3FA09A}"/>
    <dgm:cxn modelId="{DFDC00CD-F9E5-4547-9E67-8D95BC5243C2}" type="presOf" srcId="{92293195-17BB-42D4-836C-137A8787A7DD}" destId="{E68A5D47-ED76-44F1-9BF1-B75C3B4B6495}" srcOrd="0" destOrd="0" presId="urn:microsoft.com/office/officeart/2018/5/layout/CenteredIconLabelDescriptionList"/>
    <dgm:cxn modelId="{AEAAF2EB-ABE8-4B16-BD96-C55F3D5DA675}" type="presOf" srcId="{BC80327B-9C78-4ADD-8491-A1E5C15BB01C}" destId="{3EE54B67-AE36-4CD0-8542-17221A54E5A4}" srcOrd="0" destOrd="1" presId="urn:microsoft.com/office/officeart/2018/5/layout/CenteredIconLabelDescriptionList"/>
    <dgm:cxn modelId="{BA6F14F5-638F-4A57-A67A-EA3A3E104A9B}" srcId="{A904223C-0247-41E9-9937-6FA7831B20EA}" destId="{071EE2BF-703C-4C23-B2E5-00F9FE36D8AE}" srcOrd="3" destOrd="0" parTransId="{04473135-9037-4516-A0D4-3E23DBDE8990}" sibTransId="{D8CD8479-759F-4C25-A629-4B13F9350748}"/>
    <dgm:cxn modelId="{A8BEE57E-BF77-4C92-BA50-A153FAFB7BD9}" type="presParOf" srcId="{EE9CCF0E-84A9-46AE-9C76-FB0E516B0EE6}" destId="{D81638E2-E59E-400C-8963-211E4EC6D245}" srcOrd="0" destOrd="0" presId="urn:microsoft.com/office/officeart/2018/5/layout/CenteredIconLabelDescriptionList"/>
    <dgm:cxn modelId="{3DB876B9-B258-4A9C-8467-7569ADCC1D46}" type="presParOf" srcId="{D81638E2-E59E-400C-8963-211E4EC6D245}" destId="{084728E2-9BC5-41D6-8959-9E302E77A7B1}" srcOrd="0" destOrd="0" presId="urn:microsoft.com/office/officeart/2018/5/layout/CenteredIconLabelDescriptionList"/>
    <dgm:cxn modelId="{8FC00CA4-B7C0-4D81-B79B-DCB4AE9CF445}" type="presParOf" srcId="{D81638E2-E59E-400C-8963-211E4EC6D245}" destId="{D1FC3F4B-042C-4EE5-9317-96C417FE067A}" srcOrd="1" destOrd="0" presId="urn:microsoft.com/office/officeart/2018/5/layout/CenteredIconLabelDescriptionList"/>
    <dgm:cxn modelId="{247C9E6F-22A8-455F-B3DD-C429DA8508CA}" type="presParOf" srcId="{D81638E2-E59E-400C-8963-211E4EC6D245}" destId="{8D2DD4CE-958A-46F7-B3A8-407F4E12797E}" srcOrd="2" destOrd="0" presId="urn:microsoft.com/office/officeart/2018/5/layout/CenteredIconLabelDescriptionList"/>
    <dgm:cxn modelId="{DD287B51-C263-48F8-8345-CC22B464929E}" type="presParOf" srcId="{D81638E2-E59E-400C-8963-211E4EC6D245}" destId="{3964E5E4-0748-4252-971E-CE0852B42027}" srcOrd="3" destOrd="0" presId="urn:microsoft.com/office/officeart/2018/5/layout/CenteredIconLabelDescriptionList"/>
    <dgm:cxn modelId="{8D3AC6C9-93DD-4F33-8239-B3A313FE396E}" type="presParOf" srcId="{D81638E2-E59E-400C-8963-211E4EC6D245}" destId="{138EE042-4F26-4753-8BC1-3BA18A4A5631}" srcOrd="4" destOrd="0" presId="urn:microsoft.com/office/officeart/2018/5/layout/CenteredIconLabelDescriptionList"/>
    <dgm:cxn modelId="{BAEB53DE-E39E-4639-ACD9-A2BA5C43E1A8}" type="presParOf" srcId="{EE9CCF0E-84A9-46AE-9C76-FB0E516B0EE6}" destId="{FCE5CD66-3E6D-4F79-A4A9-6A549C6D2619}" srcOrd="1" destOrd="0" presId="urn:microsoft.com/office/officeart/2018/5/layout/CenteredIconLabelDescriptionList"/>
    <dgm:cxn modelId="{140A1B8A-693F-4228-82FD-B5B7BCDAD3C6}" type="presParOf" srcId="{EE9CCF0E-84A9-46AE-9C76-FB0E516B0EE6}" destId="{65BACFAC-A5A8-4A95-8CEF-CA6E2923511E}" srcOrd="2" destOrd="0" presId="urn:microsoft.com/office/officeart/2018/5/layout/CenteredIconLabelDescriptionList"/>
    <dgm:cxn modelId="{210EF7BC-5827-4BC5-8985-2837DA2A6D10}" type="presParOf" srcId="{65BACFAC-A5A8-4A95-8CEF-CA6E2923511E}" destId="{5929508A-8E1B-487C-A50B-7E6CE4D2D2FA}" srcOrd="0" destOrd="0" presId="urn:microsoft.com/office/officeart/2018/5/layout/CenteredIconLabelDescriptionList"/>
    <dgm:cxn modelId="{5055202B-8FE8-4051-9129-A0CAC99BBB9F}" type="presParOf" srcId="{65BACFAC-A5A8-4A95-8CEF-CA6E2923511E}" destId="{81CDCD4B-0F44-4E6A-82C1-189CEBA8B1E6}" srcOrd="1" destOrd="0" presId="urn:microsoft.com/office/officeart/2018/5/layout/CenteredIconLabelDescriptionList"/>
    <dgm:cxn modelId="{2966B051-79DB-40ED-8426-202B801C4183}" type="presParOf" srcId="{65BACFAC-A5A8-4A95-8CEF-CA6E2923511E}" destId="{E68A5D47-ED76-44F1-9BF1-B75C3B4B6495}" srcOrd="2" destOrd="0" presId="urn:microsoft.com/office/officeart/2018/5/layout/CenteredIconLabelDescriptionList"/>
    <dgm:cxn modelId="{734AA945-6E4F-4535-A9FF-A2087895BF6B}" type="presParOf" srcId="{65BACFAC-A5A8-4A95-8CEF-CA6E2923511E}" destId="{BE5B798E-3138-4963-B95C-98D9D3AA5550}" srcOrd="3" destOrd="0" presId="urn:microsoft.com/office/officeart/2018/5/layout/CenteredIconLabelDescriptionList"/>
    <dgm:cxn modelId="{AFF984A9-A1C6-4BC8-962F-87D3D837334B}" type="presParOf" srcId="{65BACFAC-A5A8-4A95-8CEF-CA6E2923511E}" destId="{E2FAB69F-E83D-472E-83EA-FA8B8BC4CC41}" srcOrd="4" destOrd="0" presId="urn:microsoft.com/office/officeart/2018/5/layout/CenteredIconLabelDescriptionList"/>
    <dgm:cxn modelId="{A5ADE613-4662-412F-8277-CFEE86E715B3}" type="presParOf" srcId="{EE9CCF0E-84A9-46AE-9C76-FB0E516B0EE6}" destId="{D7DC3C8C-C711-4283-91D0-06239428B7B4}" srcOrd="3" destOrd="0" presId="urn:microsoft.com/office/officeart/2018/5/layout/CenteredIconLabelDescriptionList"/>
    <dgm:cxn modelId="{C1F1443F-7E90-45EE-94A4-FAA0F277F7BC}" type="presParOf" srcId="{EE9CCF0E-84A9-46AE-9C76-FB0E516B0EE6}" destId="{6333553D-AAB2-4000-8CA6-ABDAA7A40107}" srcOrd="4" destOrd="0" presId="urn:microsoft.com/office/officeart/2018/5/layout/CenteredIconLabelDescriptionList"/>
    <dgm:cxn modelId="{16F3EF04-A269-4F7A-B23A-44C3D1E3D061}" type="presParOf" srcId="{6333553D-AAB2-4000-8CA6-ABDAA7A40107}" destId="{1924A9D5-6F93-4760-8F59-28965F9AD8ED}" srcOrd="0" destOrd="0" presId="urn:microsoft.com/office/officeart/2018/5/layout/CenteredIconLabelDescriptionList"/>
    <dgm:cxn modelId="{C84126DD-569C-40C8-972F-A49C6964E795}" type="presParOf" srcId="{6333553D-AAB2-4000-8CA6-ABDAA7A40107}" destId="{37D1434C-38BE-458E-86A4-1EF92E043713}" srcOrd="1" destOrd="0" presId="urn:microsoft.com/office/officeart/2018/5/layout/CenteredIconLabelDescriptionList"/>
    <dgm:cxn modelId="{B1C9CB56-90DF-41F8-A1EE-707218A5DE94}" type="presParOf" srcId="{6333553D-AAB2-4000-8CA6-ABDAA7A40107}" destId="{A91455E5-90C0-4854-8E39-CEF123BB5673}" srcOrd="2" destOrd="0" presId="urn:microsoft.com/office/officeart/2018/5/layout/CenteredIconLabelDescriptionList"/>
    <dgm:cxn modelId="{6D722EAA-0D3C-49C0-877E-3F4D40468F53}" type="presParOf" srcId="{6333553D-AAB2-4000-8CA6-ABDAA7A40107}" destId="{118A0609-D33E-4FD4-80D3-0965F34D699A}" srcOrd="3" destOrd="0" presId="urn:microsoft.com/office/officeart/2018/5/layout/CenteredIconLabelDescriptionList"/>
    <dgm:cxn modelId="{C9A444C1-4C0D-4F60-8697-EDDF7FB85817}" type="presParOf" srcId="{6333553D-AAB2-4000-8CA6-ABDAA7A40107}" destId="{3EE54B67-AE36-4CD0-8542-17221A54E5A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1D8FF23-4B1E-40E9-9A3B-5BB7FAE1D14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4AE0CF-5759-4E71-B670-10FF6861F58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Builder</a:t>
          </a:r>
          <a:r>
            <a:rPr lang="it-IT" b="0" i="0" dirty="0"/>
            <a:t> — </a:t>
          </a:r>
          <a:r>
            <a:rPr lang="it-IT" b="0" i="0" dirty="0" err="1"/>
            <a:t>IssueBuilder</a:t>
          </a:r>
          <a:r>
            <a:rPr lang="it-IT" b="0" i="0" dirty="0"/>
            <a:t>: conversioni </a:t>
          </a:r>
          <a:r>
            <a:rPr lang="it-IT" b="0" i="0" dirty="0" err="1"/>
            <a:t>DTO→dominio</a:t>
          </a:r>
          <a:r>
            <a:rPr lang="it-IT" b="0" i="0" dirty="0"/>
            <a:t> accentrate; nessuna entità inconsistente (l’unica via è build())</a:t>
          </a:r>
          <a:endParaRPr lang="en-US" dirty="0"/>
        </a:p>
      </dgm:t>
    </dgm:pt>
    <dgm:pt modelId="{D3D8A5A2-DB98-43CB-AAE6-B81DBCCCFC08}" type="parTrans" cxnId="{B4B2BBB7-3419-448D-BFD1-5BDE5DA909A8}">
      <dgm:prSet/>
      <dgm:spPr/>
      <dgm:t>
        <a:bodyPr/>
        <a:lstStyle/>
        <a:p>
          <a:endParaRPr lang="en-US"/>
        </a:p>
      </dgm:t>
    </dgm:pt>
    <dgm:pt modelId="{E6E31921-B8F0-422F-8691-EF4C8246B116}" type="sibTrans" cxnId="{B4B2BBB7-3419-448D-BFD1-5BDE5DA909A8}">
      <dgm:prSet/>
      <dgm:spPr/>
      <dgm:t>
        <a:bodyPr/>
        <a:lstStyle/>
        <a:p>
          <a:endParaRPr lang="en-US"/>
        </a:p>
      </dgm:t>
    </dgm:pt>
    <dgm:pt modelId="{485FA8F1-1293-436D-9F02-D3CFF419A8B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/>
            <a:t>Observer / event-</a:t>
          </a:r>
          <a:r>
            <a:rPr lang="it-IT" b="1" i="0" dirty="0" err="1"/>
            <a:t>driven</a:t>
          </a:r>
          <a:r>
            <a:rPr lang="it-IT" b="0" i="0" dirty="0"/>
            <a:t> — </a:t>
          </a:r>
          <a:r>
            <a:rPr lang="it-IT" b="0" i="0" dirty="0" err="1"/>
            <a:t>IssueAssegnataEvent</a:t>
          </a:r>
          <a:r>
            <a:rPr lang="it-IT" b="0" i="0" dirty="0"/>
            <a:t> + </a:t>
          </a:r>
          <a:r>
            <a:rPr lang="it-IT" b="0" i="0" dirty="0" err="1"/>
            <a:t>NotificaListener</a:t>
          </a:r>
          <a:r>
            <a:rPr lang="it-IT" b="0" i="0" dirty="0"/>
            <a:t>: le notifiche escono da </a:t>
          </a:r>
          <a:r>
            <a:rPr lang="it-IT" b="0" i="0" dirty="0" err="1"/>
            <a:t>IssueService</a:t>
          </a:r>
          <a:r>
            <a:rPr lang="it-IT" b="0" i="0" dirty="0"/>
            <a:t> → SRP, zero accoppiamento verso </a:t>
          </a:r>
          <a:r>
            <a:rPr lang="it-IT" b="0" i="0" dirty="0" err="1"/>
            <a:t>NotificaRepository</a:t>
          </a:r>
          <a:endParaRPr lang="en-US" dirty="0" err="1"/>
        </a:p>
      </dgm:t>
    </dgm:pt>
    <dgm:pt modelId="{95ADCF7F-9164-429E-B40B-888257B0A474}" type="parTrans" cxnId="{E245DC60-E992-4C60-B358-74D7B5B8D3C9}">
      <dgm:prSet/>
      <dgm:spPr/>
      <dgm:t>
        <a:bodyPr/>
        <a:lstStyle/>
        <a:p>
          <a:endParaRPr lang="en-US"/>
        </a:p>
      </dgm:t>
    </dgm:pt>
    <dgm:pt modelId="{84F316BD-C7D6-4DAD-A2A1-F7861852A1E6}" type="sibTrans" cxnId="{E245DC60-E992-4C60-B358-74D7B5B8D3C9}">
      <dgm:prSet/>
      <dgm:spPr/>
      <dgm:t>
        <a:bodyPr/>
        <a:lstStyle/>
        <a:p>
          <a:endParaRPr lang="en-US"/>
        </a:p>
      </dgm:t>
    </dgm:pt>
    <dgm:pt modelId="{44380BA7-9C61-46DD-A196-23C5D26BC30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/>
            <a:t>DTO + Mapper</a:t>
          </a:r>
          <a:r>
            <a:rPr lang="it-IT" b="0" i="0"/>
            <a:t> — payload profilati per ruolo e caso d’uso; il modello interno non transita mai sulla rete</a:t>
          </a:r>
          <a:endParaRPr lang="en-US"/>
        </a:p>
      </dgm:t>
    </dgm:pt>
    <dgm:pt modelId="{636FD7FC-8641-4534-9421-7D40770A98CB}" type="parTrans" cxnId="{B9B3F0C3-0242-40D9-91E4-C821ECD3F47A}">
      <dgm:prSet/>
      <dgm:spPr/>
      <dgm:t>
        <a:bodyPr/>
        <a:lstStyle/>
        <a:p>
          <a:endParaRPr lang="en-US"/>
        </a:p>
      </dgm:t>
    </dgm:pt>
    <dgm:pt modelId="{4DAA17BA-98AF-4FE8-9826-02B695C74A26}" type="sibTrans" cxnId="{B9B3F0C3-0242-40D9-91E4-C821ECD3F47A}">
      <dgm:prSet/>
      <dgm:spPr/>
      <dgm:t>
        <a:bodyPr/>
        <a:lstStyle/>
        <a:p>
          <a:endParaRPr lang="en-US"/>
        </a:p>
      </dgm:t>
    </dgm:pt>
    <dgm:pt modelId="{99CB6B32-3DD9-495C-908F-CCE5BFFB914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i="0" dirty="0">
              <a:latin typeface="Century Gothic" panose="020B0502020202020204"/>
            </a:rPr>
            <a:t>Singleton</a:t>
          </a:r>
          <a:r>
            <a:rPr lang="it-IT" b="1" dirty="0">
              <a:latin typeface="Century Gothic" panose="020B0502020202020204"/>
            </a:rPr>
            <a:t> </a:t>
          </a:r>
          <a:r>
            <a:rPr lang="it-IT" sz="1100" b="0" dirty="0">
              <a:latin typeface="Calibri"/>
              <a:ea typeface="Calibri"/>
              <a:cs typeface="Calibri"/>
            </a:rPr>
            <a:t>—</a:t>
          </a:r>
          <a:r>
            <a:rPr lang="it-IT" b="1" dirty="0">
              <a:latin typeface="Century Gothic" panose="020B0502020202020204"/>
            </a:rPr>
            <a:t> </a:t>
          </a:r>
          <a:r>
            <a:rPr lang="it-IT" b="0" dirty="0">
              <a:latin typeface="Century Gothic" panose="020B0502020202020204"/>
            </a:rPr>
            <a:t>implementato mediante </a:t>
          </a:r>
          <a:r>
            <a:rPr lang="it-IT" b="0" dirty="0" err="1">
              <a:latin typeface="Century Gothic" panose="020B0502020202020204"/>
            </a:rPr>
            <a:t>Dependency</a:t>
          </a:r>
          <a:r>
            <a:rPr lang="it-IT" b="0" dirty="0">
              <a:latin typeface="Century Gothic" panose="020B0502020202020204"/>
            </a:rPr>
            <a:t> Injection delle istanze </a:t>
          </a:r>
        </a:p>
      </dgm:t>
    </dgm:pt>
    <dgm:pt modelId="{9A89E53A-BE16-4CB6-842F-969D0E2F7100}" type="parTrans" cxnId="{0D00FE8A-2B7F-4942-946F-5743EDAFED81}">
      <dgm:prSet/>
      <dgm:spPr/>
      <dgm:t>
        <a:bodyPr/>
        <a:lstStyle/>
        <a:p>
          <a:endParaRPr lang="en-US"/>
        </a:p>
      </dgm:t>
    </dgm:pt>
    <dgm:pt modelId="{5263DA1E-5056-4E54-B117-8FBD35578942}" type="sibTrans" cxnId="{0D00FE8A-2B7F-4942-946F-5743EDAFED81}">
      <dgm:prSet/>
      <dgm:spPr/>
      <dgm:t>
        <a:bodyPr/>
        <a:lstStyle/>
        <a:p>
          <a:endParaRPr lang="en-US"/>
        </a:p>
      </dgm:t>
    </dgm:pt>
    <dgm:pt modelId="{717857FB-6DDE-476F-84A3-8FB6D28CB25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it-IT" b="1" i="0" dirty="0">
              <a:latin typeface="Century Gothic" panose="020B0502020202020204"/>
            </a:rPr>
            <a:t>SOLID </a:t>
          </a:r>
          <a:r>
            <a:rPr lang="it-IT" b="1" dirty="0">
              <a:latin typeface="Century Gothic" panose="020B0502020202020204"/>
            </a:rPr>
            <a:t>PRINCIPLES </a:t>
          </a:r>
          <a:r>
            <a:rPr lang="it-IT" sz="1100" dirty="0">
              <a:latin typeface="Calibri"/>
              <a:ea typeface="Calibri"/>
              <a:cs typeface="Calibri"/>
            </a:rPr>
            <a:t>— </a:t>
          </a:r>
          <a:r>
            <a:rPr lang="it-IT" sz="1100" dirty="0" err="1">
              <a:latin typeface="Calibri"/>
              <a:ea typeface="Calibri"/>
              <a:cs typeface="Calibri"/>
            </a:rPr>
            <a:t>attentemente</a:t>
          </a:r>
          <a:r>
            <a:rPr lang="it-IT" sz="1100" dirty="0">
              <a:latin typeface="Calibri"/>
              <a:ea typeface="Calibri"/>
              <a:cs typeface="Calibri"/>
            </a:rPr>
            <a:t> implementati nel </a:t>
          </a:r>
          <a:r>
            <a:rPr lang="it-IT" sz="1100" dirty="0" err="1">
              <a:latin typeface="Calibri"/>
              <a:ea typeface="Calibri"/>
              <a:cs typeface="Calibri"/>
            </a:rPr>
            <a:t>backend</a:t>
          </a:r>
          <a:endParaRPr lang="it-IT" dirty="0" err="1"/>
        </a:p>
      </dgm:t>
    </dgm:pt>
    <dgm:pt modelId="{F4B05137-146B-4AD0-8B8A-9BA778C0C545}" type="parTrans" cxnId="{7E89CF14-BA3F-4C7B-87E4-2B3A70302177}">
      <dgm:prSet/>
      <dgm:spPr/>
      <dgm:t>
        <a:bodyPr/>
        <a:lstStyle/>
        <a:p>
          <a:endParaRPr lang="en-US"/>
        </a:p>
      </dgm:t>
    </dgm:pt>
    <dgm:pt modelId="{502507D4-1C72-44B9-B451-6A10DBE44205}" type="sibTrans" cxnId="{7E89CF14-BA3F-4C7B-87E4-2B3A70302177}">
      <dgm:prSet/>
      <dgm:spPr/>
      <dgm:t>
        <a:bodyPr/>
        <a:lstStyle/>
        <a:p>
          <a:endParaRPr lang="en-US"/>
        </a:p>
      </dgm:t>
    </dgm:pt>
    <dgm:pt modelId="{44417309-891F-446E-A80F-BC93E7642498}" type="pres">
      <dgm:prSet presAssocID="{A1D8FF23-4B1E-40E9-9A3B-5BB7FAE1D140}" presName="root" presStyleCnt="0">
        <dgm:presLayoutVars>
          <dgm:dir/>
          <dgm:resizeHandles val="exact"/>
        </dgm:presLayoutVars>
      </dgm:prSet>
      <dgm:spPr/>
    </dgm:pt>
    <dgm:pt modelId="{68322FD4-856C-4249-9E93-46070F317F03}" type="pres">
      <dgm:prSet presAssocID="{814AE0CF-5759-4E71-B670-10FF6861F583}" presName="compNode" presStyleCnt="0"/>
      <dgm:spPr/>
    </dgm:pt>
    <dgm:pt modelId="{55224BBB-9971-4822-BAC4-ABC14335AA2B}" type="pres">
      <dgm:prSet presAssocID="{814AE0CF-5759-4E71-B670-10FF6861F583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ello con riempimento a tinta unita"/>
        </a:ext>
      </dgm:extLst>
    </dgm:pt>
    <dgm:pt modelId="{5EBE456A-FCA4-4F5E-A428-1A7635A0BB21}" type="pres">
      <dgm:prSet presAssocID="{814AE0CF-5759-4E71-B670-10FF6861F583}" presName="spaceRect" presStyleCnt="0"/>
      <dgm:spPr/>
    </dgm:pt>
    <dgm:pt modelId="{59AE1E95-4F26-431E-97FF-009F3AE6CE87}" type="pres">
      <dgm:prSet presAssocID="{814AE0CF-5759-4E71-B670-10FF6861F583}" presName="textRect" presStyleLbl="revTx" presStyleIdx="0" presStyleCnt="5">
        <dgm:presLayoutVars>
          <dgm:chMax val="1"/>
          <dgm:chPref val="1"/>
        </dgm:presLayoutVars>
      </dgm:prSet>
      <dgm:spPr/>
    </dgm:pt>
    <dgm:pt modelId="{3F925D36-EF65-488C-B71E-8B17D831BF7A}" type="pres">
      <dgm:prSet presAssocID="{E6E31921-B8F0-422F-8691-EF4C8246B116}" presName="sibTrans" presStyleCnt="0"/>
      <dgm:spPr/>
    </dgm:pt>
    <dgm:pt modelId="{8138EE4D-FC14-40D8-AFC2-469F1D0A90D6}" type="pres">
      <dgm:prSet presAssocID="{485FA8F1-1293-436D-9F02-D3CFF419A8B8}" presName="compNode" presStyleCnt="0"/>
      <dgm:spPr/>
    </dgm:pt>
    <dgm:pt modelId="{B2C3555A-B97A-4D1F-9121-8A952F670E27}" type="pres">
      <dgm:prSet presAssocID="{485FA8F1-1293-436D-9F02-D3CFF419A8B8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chio con riempimento a tinta unita"/>
        </a:ext>
      </dgm:extLst>
    </dgm:pt>
    <dgm:pt modelId="{9DBB6E6D-6C91-4919-9C0D-11E762FDCC1A}" type="pres">
      <dgm:prSet presAssocID="{485FA8F1-1293-436D-9F02-D3CFF419A8B8}" presName="spaceRect" presStyleCnt="0"/>
      <dgm:spPr/>
    </dgm:pt>
    <dgm:pt modelId="{D319DE9F-E9C3-4D0E-B637-87BF9DBF2FE0}" type="pres">
      <dgm:prSet presAssocID="{485FA8F1-1293-436D-9F02-D3CFF419A8B8}" presName="textRect" presStyleLbl="revTx" presStyleIdx="1" presStyleCnt="5">
        <dgm:presLayoutVars>
          <dgm:chMax val="1"/>
          <dgm:chPref val="1"/>
        </dgm:presLayoutVars>
      </dgm:prSet>
      <dgm:spPr/>
    </dgm:pt>
    <dgm:pt modelId="{23ACDAB5-D35C-4FF9-8B06-A1C79BE9FEB2}" type="pres">
      <dgm:prSet presAssocID="{84F316BD-C7D6-4DAD-A2A1-F7861852A1E6}" presName="sibTrans" presStyleCnt="0"/>
      <dgm:spPr/>
    </dgm:pt>
    <dgm:pt modelId="{01F47AF2-EC95-4A6B-B276-35A248DD7B65}" type="pres">
      <dgm:prSet presAssocID="{44380BA7-9C61-46DD-A196-23C5D26BC303}" presName="compNode" presStyleCnt="0"/>
      <dgm:spPr/>
    </dgm:pt>
    <dgm:pt modelId="{D797A641-7353-4ED6-9B44-DC070F71BD2A}" type="pres">
      <dgm:prSet presAssocID="{44380BA7-9C61-46DD-A196-23C5D26BC30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ente"/>
        </a:ext>
      </dgm:extLst>
    </dgm:pt>
    <dgm:pt modelId="{76EA086C-3468-493D-926F-0E490EDA6335}" type="pres">
      <dgm:prSet presAssocID="{44380BA7-9C61-46DD-A196-23C5D26BC303}" presName="spaceRect" presStyleCnt="0"/>
      <dgm:spPr/>
    </dgm:pt>
    <dgm:pt modelId="{0C36CEC7-BEFD-45FE-981F-E4D91BDC9C5F}" type="pres">
      <dgm:prSet presAssocID="{44380BA7-9C61-46DD-A196-23C5D26BC303}" presName="textRect" presStyleLbl="revTx" presStyleIdx="2" presStyleCnt="5">
        <dgm:presLayoutVars>
          <dgm:chMax val="1"/>
          <dgm:chPref val="1"/>
        </dgm:presLayoutVars>
      </dgm:prSet>
      <dgm:spPr/>
    </dgm:pt>
    <dgm:pt modelId="{2B7944AE-50C8-4B5B-945B-01047DE574B0}" type="pres">
      <dgm:prSet presAssocID="{4DAA17BA-98AF-4FE8-9826-02B695C74A26}" presName="sibTrans" presStyleCnt="0"/>
      <dgm:spPr/>
    </dgm:pt>
    <dgm:pt modelId="{F17F0ACA-1AC3-4AA2-8793-433046B913BD}" type="pres">
      <dgm:prSet presAssocID="{99CB6B32-3DD9-495C-908F-CCE5BFFB9142}" presName="compNode" presStyleCnt="0"/>
      <dgm:spPr/>
    </dgm:pt>
    <dgm:pt modelId="{B6FBA3DA-D6FF-4D6E-B5F3-14D4426D3727}" type="pres">
      <dgm:prSet presAssocID="{99CB6B32-3DD9-495C-908F-CCE5BFFB914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BB7D341-8633-428F-8103-9DDB5599AA4E}" type="pres">
      <dgm:prSet presAssocID="{99CB6B32-3DD9-495C-908F-CCE5BFFB9142}" presName="spaceRect" presStyleCnt="0"/>
      <dgm:spPr/>
    </dgm:pt>
    <dgm:pt modelId="{899C9E01-7144-4B6B-A847-55EBC0C386FC}" type="pres">
      <dgm:prSet presAssocID="{99CB6B32-3DD9-495C-908F-CCE5BFFB9142}" presName="textRect" presStyleLbl="revTx" presStyleIdx="3" presStyleCnt="5">
        <dgm:presLayoutVars>
          <dgm:chMax val="1"/>
          <dgm:chPref val="1"/>
        </dgm:presLayoutVars>
      </dgm:prSet>
      <dgm:spPr/>
    </dgm:pt>
    <dgm:pt modelId="{7D872CD3-8D3E-4064-AA78-BB5711E03E3C}" type="pres">
      <dgm:prSet presAssocID="{5263DA1E-5056-4E54-B117-8FBD35578942}" presName="sibTrans" presStyleCnt="0"/>
      <dgm:spPr/>
    </dgm:pt>
    <dgm:pt modelId="{9C30A55C-9F89-4A2B-9E1A-ECBD7E429F34}" type="pres">
      <dgm:prSet presAssocID="{717857FB-6DDE-476F-84A3-8FB6D28CB250}" presName="compNode" presStyleCnt="0"/>
      <dgm:spPr/>
    </dgm:pt>
    <dgm:pt modelId="{6EFCB538-6FB2-4FC5-B5DF-C716C28F5C15}" type="pres">
      <dgm:prSet presAssocID="{717857FB-6DDE-476F-84A3-8FB6D28CB25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cerca"/>
        </a:ext>
      </dgm:extLst>
    </dgm:pt>
    <dgm:pt modelId="{5C503432-C85D-4BDC-A6CC-F370EFAD0CCB}" type="pres">
      <dgm:prSet presAssocID="{717857FB-6DDE-476F-84A3-8FB6D28CB250}" presName="spaceRect" presStyleCnt="0"/>
      <dgm:spPr/>
    </dgm:pt>
    <dgm:pt modelId="{CEF004B1-DBB3-48CF-8B78-26614508911B}" type="pres">
      <dgm:prSet presAssocID="{717857FB-6DDE-476F-84A3-8FB6D28CB2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E89CF14-BA3F-4C7B-87E4-2B3A70302177}" srcId="{A1D8FF23-4B1E-40E9-9A3B-5BB7FAE1D140}" destId="{717857FB-6DDE-476F-84A3-8FB6D28CB250}" srcOrd="4" destOrd="0" parTransId="{F4B05137-146B-4AD0-8B8A-9BA778C0C545}" sibTransId="{502507D4-1C72-44B9-B451-6A10DBE44205}"/>
    <dgm:cxn modelId="{AC809F2D-1052-46B3-91A6-283589165E7B}" type="presOf" srcId="{A1D8FF23-4B1E-40E9-9A3B-5BB7FAE1D140}" destId="{44417309-891F-446E-A80F-BC93E7642498}" srcOrd="0" destOrd="0" presId="urn:microsoft.com/office/officeart/2018/2/layout/IconLabelList"/>
    <dgm:cxn modelId="{E245DC60-E992-4C60-B358-74D7B5B8D3C9}" srcId="{A1D8FF23-4B1E-40E9-9A3B-5BB7FAE1D140}" destId="{485FA8F1-1293-436D-9F02-D3CFF419A8B8}" srcOrd="1" destOrd="0" parTransId="{95ADCF7F-9164-429E-B40B-888257B0A474}" sibTransId="{84F316BD-C7D6-4DAD-A2A1-F7861852A1E6}"/>
    <dgm:cxn modelId="{BAFA134C-E5EA-4E53-B976-9A6BCE75B824}" type="presOf" srcId="{485FA8F1-1293-436D-9F02-D3CFF419A8B8}" destId="{D319DE9F-E9C3-4D0E-B637-87BF9DBF2FE0}" srcOrd="0" destOrd="0" presId="urn:microsoft.com/office/officeart/2018/2/layout/IconLabelList"/>
    <dgm:cxn modelId="{0D00FE8A-2B7F-4942-946F-5743EDAFED81}" srcId="{A1D8FF23-4B1E-40E9-9A3B-5BB7FAE1D140}" destId="{99CB6B32-3DD9-495C-908F-CCE5BFFB9142}" srcOrd="3" destOrd="0" parTransId="{9A89E53A-BE16-4CB6-842F-969D0E2F7100}" sibTransId="{5263DA1E-5056-4E54-B117-8FBD35578942}"/>
    <dgm:cxn modelId="{29FA5FAF-CBFD-46E4-97A7-A6F1E345D509}" type="presOf" srcId="{717857FB-6DDE-476F-84A3-8FB6D28CB250}" destId="{CEF004B1-DBB3-48CF-8B78-26614508911B}" srcOrd="0" destOrd="0" presId="urn:microsoft.com/office/officeart/2018/2/layout/IconLabelList"/>
    <dgm:cxn modelId="{F5DD1EB3-5EC7-4DFC-BF71-60F1C8B9A082}" type="presOf" srcId="{99CB6B32-3DD9-495C-908F-CCE5BFFB9142}" destId="{899C9E01-7144-4B6B-A847-55EBC0C386FC}" srcOrd="0" destOrd="0" presId="urn:microsoft.com/office/officeart/2018/2/layout/IconLabelList"/>
    <dgm:cxn modelId="{B4B2BBB7-3419-448D-BFD1-5BDE5DA909A8}" srcId="{A1D8FF23-4B1E-40E9-9A3B-5BB7FAE1D140}" destId="{814AE0CF-5759-4E71-B670-10FF6861F583}" srcOrd="0" destOrd="0" parTransId="{D3D8A5A2-DB98-43CB-AAE6-B81DBCCCFC08}" sibTransId="{E6E31921-B8F0-422F-8691-EF4C8246B116}"/>
    <dgm:cxn modelId="{B9B3F0C3-0242-40D9-91E4-C821ECD3F47A}" srcId="{A1D8FF23-4B1E-40E9-9A3B-5BB7FAE1D140}" destId="{44380BA7-9C61-46DD-A196-23C5D26BC303}" srcOrd="2" destOrd="0" parTransId="{636FD7FC-8641-4534-9421-7D40770A98CB}" sibTransId="{4DAA17BA-98AF-4FE8-9826-02B695C74A26}"/>
    <dgm:cxn modelId="{8E0DB5D9-CAFC-463C-B87F-EE7514BD2A4A}" type="presOf" srcId="{814AE0CF-5759-4E71-B670-10FF6861F583}" destId="{59AE1E95-4F26-431E-97FF-009F3AE6CE87}" srcOrd="0" destOrd="0" presId="urn:microsoft.com/office/officeart/2018/2/layout/IconLabelList"/>
    <dgm:cxn modelId="{F3770DF5-53FB-455A-9E8F-9952D7C0DDA1}" type="presOf" srcId="{44380BA7-9C61-46DD-A196-23C5D26BC303}" destId="{0C36CEC7-BEFD-45FE-981F-E4D91BDC9C5F}" srcOrd="0" destOrd="0" presId="urn:microsoft.com/office/officeart/2018/2/layout/IconLabelList"/>
    <dgm:cxn modelId="{A272E994-DFD6-4ADC-85EB-B19698AB6C37}" type="presParOf" srcId="{44417309-891F-446E-A80F-BC93E7642498}" destId="{68322FD4-856C-4249-9E93-46070F317F03}" srcOrd="0" destOrd="0" presId="urn:microsoft.com/office/officeart/2018/2/layout/IconLabelList"/>
    <dgm:cxn modelId="{303D935B-2196-47CF-86ED-B027918F6478}" type="presParOf" srcId="{68322FD4-856C-4249-9E93-46070F317F03}" destId="{55224BBB-9971-4822-BAC4-ABC14335AA2B}" srcOrd="0" destOrd="0" presId="urn:microsoft.com/office/officeart/2018/2/layout/IconLabelList"/>
    <dgm:cxn modelId="{C00B9068-2299-43F1-AAF6-185943C022B2}" type="presParOf" srcId="{68322FD4-856C-4249-9E93-46070F317F03}" destId="{5EBE456A-FCA4-4F5E-A428-1A7635A0BB21}" srcOrd="1" destOrd="0" presId="urn:microsoft.com/office/officeart/2018/2/layout/IconLabelList"/>
    <dgm:cxn modelId="{5E216393-25D3-484B-857C-786C8C5CC835}" type="presParOf" srcId="{68322FD4-856C-4249-9E93-46070F317F03}" destId="{59AE1E95-4F26-431E-97FF-009F3AE6CE87}" srcOrd="2" destOrd="0" presId="urn:microsoft.com/office/officeart/2018/2/layout/IconLabelList"/>
    <dgm:cxn modelId="{1051E23A-E4A8-4EEA-B3E4-40DBBEE4F040}" type="presParOf" srcId="{44417309-891F-446E-A80F-BC93E7642498}" destId="{3F925D36-EF65-488C-B71E-8B17D831BF7A}" srcOrd="1" destOrd="0" presId="urn:microsoft.com/office/officeart/2018/2/layout/IconLabelList"/>
    <dgm:cxn modelId="{A1E63BA6-F288-4339-90EA-21C0093DD323}" type="presParOf" srcId="{44417309-891F-446E-A80F-BC93E7642498}" destId="{8138EE4D-FC14-40D8-AFC2-469F1D0A90D6}" srcOrd="2" destOrd="0" presId="urn:microsoft.com/office/officeart/2018/2/layout/IconLabelList"/>
    <dgm:cxn modelId="{894CFC98-9BFF-4C2B-8986-41EF4900F7AB}" type="presParOf" srcId="{8138EE4D-FC14-40D8-AFC2-469F1D0A90D6}" destId="{B2C3555A-B97A-4D1F-9121-8A952F670E27}" srcOrd="0" destOrd="0" presId="urn:microsoft.com/office/officeart/2018/2/layout/IconLabelList"/>
    <dgm:cxn modelId="{377A45D2-0B76-4E5D-80FE-8B4EF7BC138D}" type="presParOf" srcId="{8138EE4D-FC14-40D8-AFC2-469F1D0A90D6}" destId="{9DBB6E6D-6C91-4919-9C0D-11E762FDCC1A}" srcOrd="1" destOrd="0" presId="urn:microsoft.com/office/officeart/2018/2/layout/IconLabelList"/>
    <dgm:cxn modelId="{6545D475-68B6-4B18-8476-DAC40DDEBB1B}" type="presParOf" srcId="{8138EE4D-FC14-40D8-AFC2-469F1D0A90D6}" destId="{D319DE9F-E9C3-4D0E-B637-87BF9DBF2FE0}" srcOrd="2" destOrd="0" presId="urn:microsoft.com/office/officeart/2018/2/layout/IconLabelList"/>
    <dgm:cxn modelId="{D1318A96-30CC-4164-9F6F-A00CCF359E63}" type="presParOf" srcId="{44417309-891F-446E-A80F-BC93E7642498}" destId="{23ACDAB5-D35C-4FF9-8B06-A1C79BE9FEB2}" srcOrd="3" destOrd="0" presId="urn:microsoft.com/office/officeart/2018/2/layout/IconLabelList"/>
    <dgm:cxn modelId="{25C2C93C-A46A-4415-871F-649385E5DC1F}" type="presParOf" srcId="{44417309-891F-446E-A80F-BC93E7642498}" destId="{01F47AF2-EC95-4A6B-B276-35A248DD7B65}" srcOrd="4" destOrd="0" presId="urn:microsoft.com/office/officeart/2018/2/layout/IconLabelList"/>
    <dgm:cxn modelId="{72B4FB78-B87E-4FB0-B2B4-9B35999AB734}" type="presParOf" srcId="{01F47AF2-EC95-4A6B-B276-35A248DD7B65}" destId="{D797A641-7353-4ED6-9B44-DC070F71BD2A}" srcOrd="0" destOrd="0" presId="urn:microsoft.com/office/officeart/2018/2/layout/IconLabelList"/>
    <dgm:cxn modelId="{A0AF1E33-B6E2-4EFF-8BC9-2A85196AD910}" type="presParOf" srcId="{01F47AF2-EC95-4A6B-B276-35A248DD7B65}" destId="{76EA086C-3468-493D-926F-0E490EDA6335}" srcOrd="1" destOrd="0" presId="urn:microsoft.com/office/officeart/2018/2/layout/IconLabelList"/>
    <dgm:cxn modelId="{0C46612B-E7D8-4CF1-9205-56BA2BE940C9}" type="presParOf" srcId="{01F47AF2-EC95-4A6B-B276-35A248DD7B65}" destId="{0C36CEC7-BEFD-45FE-981F-E4D91BDC9C5F}" srcOrd="2" destOrd="0" presId="urn:microsoft.com/office/officeart/2018/2/layout/IconLabelList"/>
    <dgm:cxn modelId="{0CD148D3-7B92-4319-B8EB-754502067150}" type="presParOf" srcId="{44417309-891F-446E-A80F-BC93E7642498}" destId="{2B7944AE-50C8-4B5B-945B-01047DE574B0}" srcOrd="5" destOrd="0" presId="urn:microsoft.com/office/officeart/2018/2/layout/IconLabelList"/>
    <dgm:cxn modelId="{A1CA9330-C78E-42C2-9806-F9E0C5A13C5A}" type="presParOf" srcId="{44417309-891F-446E-A80F-BC93E7642498}" destId="{F17F0ACA-1AC3-4AA2-8793-433046B913BD}" srcOrd="6" destOrd="0" presId="urn:microsoft.com/office/officeart/2018/2/layout/IconLabelList"/>
    <dgm:cxn modelId="{834369AD-348C-4B52-9D93-1999AEB4A129}" type="presParOf" srcId="{F17F0ACA-1AC3-4AA2-8793-433046B913BD}" destId="{B6FBA3DA-D6FF-4D6E-B5F3-14D4426D3727}" srcOrd="0" destOrd="0" presId="urn:microsoft.com/office/officeart/2018/2/layout/IconLabelList"/>
    <dgm:cxn modelId="{0A1ADF24-6F0A-4D78-BCAC-084F2BC61FCD}" type="presParOf" srcId="{F17F0ACA-1AC3-4AA2-8793-433046B913BD}" destId="{5BB7D341-8633-428F-8103-9DDB5599AA4E}" srcOrd="1" destOrd="0" presId="urn:microsoft.com/office/officeart/2018/2/layout/IconLabelList"/>
    <dgm:cxn modelId="{5AD6D430-795F-4F58-8E7C-4C6DDFA7A751}" type="presParOf" srcId="{F17F0ACA-1AC3-4AA2-8793-433046B913BD}" destId="{899C9E01-7144-4B6B-A847-55EBC0C386FC}" srcOrd="2" destOrd="0" presId="urn:microsoft.com/office/officeart/2018/2/layout/IconLabelList"/>
    <dgm:cxn modelId="{F5DA6152-AE52-4EB1-991F-9B8E76973852}" type="presParOf" srcId="{44417309-891F-446E-A80F-BC93E7642498}" destId="{7D872CD3-8D3E-4064-AA78-BB5711E03E3C}" srcOrd="7" destOrd="0" presId="urn:microsoft.com/office/officeart/2018/2/layout/IconLabelList"/>
    <dgm:cxn modelId="{51DE438D-6DC8-4D9A-89EF-EC0C11433178}" type="presParOf" srcId="{44417309-891F-446E-A80F-BC93E7642498}" destId="{9C30A55C-9F89-4A2B-9E1A-ECBD7E429F34}" srcOrd="8" destOrd="0" presId="urn:microsoft.com/office/officeart/2018/2/layout/IconLabelList"/>
    <dgm:cxn modelId="{CEC542B3-6771-464E-AE25-E16B81B06DDB}" type="presParOf" srcId="{9C30A55C-9F89-4A2B-9E1A-ECBD7E429F34}" destId="{6EFCB538-6FB2-4FC5-B5DF-C716C28F5C15}" srcOrd="0" destOrd="0" presId="urn:microsoft.com/office/officeart/2018/2/layout/IconLabelList"/>
    <dgm:cxn modelId="{9E8DAE4E-73C4-4336-82E6-7A09DA3EEB17}" type="presParOf" srcId="{9C30A55C-9F89-4A2B-9E1A-ECBD7E429F34}" destId="{5C503432-C85D-4BDC-A6CC-F370EFAD0CCB}" srcOrd="1" destOrd="0" presId="urn:microsoft.com/office/officeart/2018/2/layout/IconLabelList"/>
    <dgm:cxn modelId="{5911AEEB-B8AC-445C-8762-7C81D89E7CB2}" type="presParOf" srcId="{9C30A55C-9F89-4A2B-9E1A-ECBD7E429F34}" destId="{CEF004B1-DBB3-48CF-8B78-2661450891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5422C87-9E6E-48E8-9B6A-53197B0CDC0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FD4DCA-217A-4417-8595-A96C6339732C}">
      <dgm:prSet/>
      <dgm:spPr/>
      <dgm:t>
        <a:bodyPr/>
        <a:lstStyle/>
        <a:p>
          <a:r>
            <a:rPr lang="it-IT" b="1" i="0"/>
            <a:t>Risorse sotto /api/</a:t>
          </a:r>
          <a:r>
            <a:rPr lang="it-IT" b="0" i="0"/>
            <a:t> — auth · issues · user · notifies, verbi HTTP semanticamente corretti (GET/POST/PUT/DELETE)</a:t>
          </a:r>
          <a:endParaRPr lang="en-US"/>
        </a:p>
      </dgm:t>
    </dgm:pt>
    <dgm:pt modelId="{70C281FE-9A9E-42BC-899B-EDAF13BA7FF4}" type="parTrans" cxnId="{59556973-08B2-4C2B-8DE0-15DD924762B1}">
      <dgm:prSet/>
      <dgm:spPr/>
      <dgm:t>
        <a:bodyPr/>
        <a:lstStyle/>
        <a:p>
          <a:endParaRPr lang="en-US"/>
        </a:p>
      </dgm:t>
    </dgm:pt>
    <dgm:pt modelId="{0A7244B0-E918-4803-ABF2-C02CAA327728}" type="sibTrans" cxnId="{59556973-08B2-4C2B-8DE0-15DD924762B1}">
      <dgm:prSet/>
      <dgm:spPr/>
      <dgm:t>
        <a:bodyPr/>
        <a:lstStyle/>
        <a:p>
          <a:endParaRPr lang="en-US"/>
        </a:p>
      </dgm:t>
    </dgm:pt>
    <dgm:pt modelId="{09518D8D-1D3E-498F-ABEF-1907B011B1A9}">
      <dgm:prSet/>
      <dgm:spPr/>
      <dgm:t>
        <a:bodyPr/>
        <a:lstStyle/>
        <a:p>
          <a:r>
            <a:rPr lang="it-IT" b="1" i="0"/>
            <a:t>Sessione nell’header X-Session-Id</a:t>
          </a:r>
          <a:r>
            <a:rPr lang="it-IT" b="0" i="0"/>
            <a:t>, mai nell’URL → non compare in log del server e cronologia del browser</a:t>
          </a:r>
          <a:endParaRPr lang="en-US"/>
        </a:p>
      </dgm:t>
    </dgm:pt>
    <dgm:pt modelId="{394DD90B-7876-4E56-A394-C2915D517541}" type="parTrans" cxnId="{E7FE8718-C89D-45E3-B7D6-3EEC84070C07}">
      <dgm:prSet/>
      <dgm:spPr/>
      <dgm:t>
        <a:bodyPr/>
        <a:lstStyle/>
        <a:p>
          <a:endParaRPr lang="en-US"/>
        </a:p>
      </dgm:t>
    </dgm:pt>
    <dgm:pt modelId="{F3C54054-240E-48BE-B9B3-9FFA1B38AA4C}" type="sibTrans" cxnId="{E7FE8718-C89D-45E3-B7D6-3EEC84070C07}">
      <dgm:prSet/>
      <dgm:spPr/>
      <dgm:t>
        <a:bodyPr/>
        <a:lstStyle/>
        <a:p>
          <a:endParaRPr lang="en-US"/>
        </a:p>
      </dgm:t>
    </dgm:pt>
    <dgm:pt modelId="{92CB68B3-B70A-4C51-9E8E-E6782D42CCE4}">
      <dgm:prSet/>
      <dgm:spPr/>
      <dgm:t>
        <a:bodyPr/>
        <a:lstStyle/>
        <a:p>
          <a:r>
            <a:rPr lang="it-IT" b="1" i="0"/>
            <a:t>Errori uniformi:</a:t>
          </a:r>
          <a:r>
            <a:rPr lang="it-IT" b="0" i="0"/>
            <a:t> ApiException → 400 / 403 / 404 / 409, tradotti in un unico punto (GlobalExceptionHandler)</a:t>
          </a:r>
          <a:endParaRPr lang="en-US"/>
        </a:p>
      </dgm:t>
    </dgm:pt>
    <dgm:pt modelId="{B0B6FECA-DB8C-425B-93CB-D084D3514797}" type="parTrans" cxnId="{9DABFD5E-9B28-4198-87FE-B24C92D30D25}">
      <dgm:prSet/>
      <dgm:spPr/>
      <dgm:t>
        <a:bodyPr/>
        <a:lstStyle/>
        <a:p>
          <a:endParaRPr lang="en-US"/>
        </a:p>
      </dgm:t>
    </dgm:pt>
    <dgm:pt modelId="{E2C0A32C-3048-487A-B9BA-48C8AB29C65F}" type="sibTrans" cxnId="{9DABFD5E-9B28-4198-87FE-B24C92D30D25}">
      <dgm:prSet/>
      <dgm:spPr/>
      <dgm:t>
        <a:bodyPr/>
        <a:lstStyle/>
        <a:p>
          <a:endParaRPr lang="en-US"/>
        </a:p>
      </dgm:t>
    </dgm:pt>
    <dgm:pt modelId="{48E1EE02-4E58-45B5-BE22-2F8843FFDB57}">
      <dgm:prSet/>
      <dgm:spPr/>
      <dgm:t>
        <a:bodyPr/>
        <a:lstStyle/>
        <a:p>
          <a:r>
            <a:rPr lang="it-IT" b="0" i="0"/>
            <a:t>conflitto da lock ottimistico → </a:t>
          </a:r>
          <a:r>
            <a:rPr lang="it-IT" b="1" i="0"/>
            <a:t>409 Conflict</a:t>
          </a:r>
          <a:r>
            <a:rPr lang="it-IT" b="0" i="0"/>
            <a:t>: “ricarica e riprova”</a:t>
          </a:r>
          <a:endParaRPr lang="en-US"/>
        </a:p>
      </dgm:t>
    </dgm:pt>
    <dgm:pt modelId="{05338FE5-7199-4D9E-AFF6-845BCAF057C4}" type="parTrans" cxnId="{CA1F27D3-C684-46E0-8D8D-1A276B695D63}">
      <dgm:prSet/>
      <dgm:spPr/>
      <dgm:t>
        <a:bodyPr/>
        <a:lstStyle/>
        <a:p>
          <a:endParaRPr lang="en-US"/>
        </a:p>
      </dgm:t>
    </dgm:pt>
    <dgm:pt modelId="{58A09AC0-55D8-4705-8E0B-0EB5A652C985}" type="sibTrans" cxnId="{CA1F27D3-C684-46E0-8D8D-1A276B695D63}">
      <dgm:prSet/>
      <dgm:spPr/>
      <dgm:t>
        <a:bodyPr/>
        <a:lstStyle/>
        <a:p>
          <a:endParaRPr lang="en-US"/>
        </a:p>
      </dgm:t>
    </dgm:pt>
    <dgm:pt modelId="{CADC0143-61DB-4D16-922E-78067FD68798}">
      <dgm:prSet/>
      <dgm:spPr/>
      <dgm:t>
        <a:bodyPr/>
        <a:lstStyle/>
        <a:p>
          <a:r>
            <a:rPr lang="it-IT" b="1" i="0"/>
            <a:t>Risposte profilate per ruolo:</a:t>
          </a:r>
          <a:r>
            <a:rPr lang="it-IT" b="0" i="0"/>
            <a:t> IssueResponse · IssueResponseUser · IssueSpecificAdmin — ogni client vede solo ciò che gli spetta</a:t>
          </a:r>
          <a:endParaRPr lang="en-US"/>
        </a:p>
      </dgm:t>
    </dgm:pt>
    <dgm:pt modelId="{44CA9EB1-A0C6-4482-A813-B0BE5D9D2A2A}" type="parTrans" cxnId="{8BE6791D-A599-4380-B8EE-CCFE3E3BB77C}">
      <dgm:prSet/>
      <dgm:spPr/>
      <dgm:t>
        <a:bodyPr/>
        <a:lstStyle/>
        <a:p>
          <a:endParaRPr lang="en-US"/>
        </a:p>
      </dgm:t>
    </dgm:pt>
    <dgm:pt modelId="{ADA306DC-80FE-4C03-86C9-272440AEA23F}" type="sibTrans" cxnId="{8BE6791D-A599-4380-B8EE-CCFE3E3BB77C}">
      <dgm:prSet/>
      <dgm:spPr/>
      <dgm:t>
        <a:bodyPr/>
        <a:lstStyle/>
        <a:p>
          <a:endParaRPr lang="en-US"/>
        </a:p>
      </dgm:t>
    </dgm:pt>
    <dgm:pt modelId="{E283528D-144D-49F5-8E91-DE32CA9648B1}">
      <dgm:prSet/>
      <dgm:spPr/>
      <dgm:t>
        <a:bodyPr/>
        <a:lstStyle/>
        <a:p>
          <a:r>
            <a:rPr lang="it-IT" b="1" i="0"/>
            <a:t>Endpoint delta:</a:t>
          </a:r>
          <a:r>
            <a:rPr lang="it-IT" b="0" i="0"/>
            <a:t> GET /api/issues/versions restituisce le sole coppie (id, version) → dashboard aggiornata a costo costante</a:t>
          </a:r>
          <a:endParaRPr lang="en-US"/>
        </a:p>
      </dgm:t>
    </dgm:pt>
    <dgm:pt modelId="{CDFD0FAC-B719-4FED-96F0-FDE9E8F65DA2}" type="parTrans" cxnId="{F6B0F39A-0A53-4437-9D63-39AAFB8FB25A}">
      <dgm:prSet/>
      <dgm:spPr/>
      <dgm:t>
        <a:bodyPr/>
        <a:lstStyle/>
        <a:p>
          <a:endParaRPr lang="en-US"/>
        </a:p>
      </dgm:t>
    </dgm:pt>
    <dgm:pt modelId="{2F5049DE-6EBB-46B6-A35C-4C2E3FCF2805}" type="sibTrans" cxnId="{F6B0F39A-0A53-4437-9D63-39AAFB8FB25A}">
      <dgm:prSet/>
      <dgm:spPr/>
      <dgm:t>
        <a:bodyPr/>
        <a:lstStyle/>
        <a:p>
          <a:endParaRPr lang="en-US"/>
        </a:p>
      </dgm:t>
    </dgm:pt>
    <dgm:pt modelId="{B4B3CC7A-A2F9-45F4-92DE-18C8116D2B86}" type="pres">
      <dgm:prSet presAssocID="{15422C87-9E6E-48E8-9B6A-53197B0CDC0E}" presName="linear" presStyleCnt="0">
        <dgm:presLayoutVars>
          <dgm:animLvl val="lvl"/>
          <dgm:resizeHandles val="exact"/>
        </dgm:presLayoutVars>
      </dgm:prSet>
      <dgm:spPr/>
    </dgm:pt>
    <dgm:pt modelId="{842CAE3D-6878-4B84-8266-DF53C1657C66}" type="pres">
      <dgm:prSet presAssocID="{98FD4DCA-217A-4417-8595-A96C633973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9794D12-33BD-4D79-AA80-D1116BB5F0B8}" type="pres">
      <dgm:prSet presAssocID="{0A7244B0-E918-4803-ABF2-C02CAA327728}" presName="spacer" presStyleCnt="0"/>
      <dgm:spPr/>
    </dgm:pt>
    <dgm:pt modelId="{7B5720FF-5B5B-4B6E-8BA9-D890072C0A0F}" type="pres">
      <dgm:prSet presAssocID="{09518D8D-1D3E-498F-ABEF-1907B011B1A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733990-A6F1-4178-B203-C042BD551ACE}" type="pres">
      <dgm:prSet presAssocID="{F3C54054-240E-48BE-B9B3-9FFA1B38AA4C}" presName="spacer" presStyleCnt="0"/>
      <dgm:spPr/>
    </dgm:pt>
    <dgm:pt modelId="{F5FF8DB9-9AAB-4A29-832F-748D69B26E03}" type="pres">
      <dgm:prSet presAssocID="{92CB68B3-B70A-4C51-9E8E-E6782D42CCE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456EE03-B0C1-418C-AC14-1C2FC1B6D9C4}" type="pres">
      <dgm:prSet presAssocID="{92CB68B3-B70A-4C51-9E8E-E6782D42CCE4}" presName="childText" presStyleLbl="revTx" presStyleIdx="0" presStyleCnt="1">
        <dgm:presLayoutVars>
          <dgm:bulletEnabled val="1"/>
        </dgm:presLayoutVars>
      </dgm:prSet>
      <dgm:spPr/>
    </dgm:pt>
    <dgm:pt modelId="{41DF4AB2-45A7-458B-BC38-7C44B18DFB8E}" type="pres">
      <dgm:prSet presAssocID="{CADC0143-61DB-4D16-922E-78067FD687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9DC6889-A29D-4518-B70E-E39DDF062BCA}" type="pres">
      <dgm:prSet presAssocID="{ADA306DC-80FE-4C03-86C9-272440AEA23F}" presName="spacer" presStyleCnt="0"/>
      <dgm:spPr/>
    </dgm:pt>
    <dgm:pt modelId="{12D61A6A-B82E-41AA-945A-E6495AD2ABD5}" type="pres">
      <dgm:prSet presAssocID="{E283528D-144D-49F5-8E91-DE32CA9648B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7FE8718-C89D-45E3-B7D6-3EEC84070C07}" srcId="{15422C87-9E6E-48E8-9B6A-53197B0CDC0E}" destId="{09518D8D-1D3E-498F-ABEF-1907B011B1A9}" srcOrd="1" destOrd="0" parTransId="{394DD90B-7876-4E56-A394-C2915D517541}" sibTransId="{F3C54054-240E-48BE-B9B3-9FFA1B38AA4C}"/>
    <dgm:cxn modelId="{8BE6791D-A599-4380-B8EE-CCFE3E3BB77C}" srcId="{15422C87-9E6E-48E8-9B6A-53197B0CDC0E}" destId="{CADC0143-61DB-4D16-922E-78067FD68798}" srcOrd="3" destOrd="0" parTransId="{44CA9EB1-A0C6-4482-A813-B0BE5D9D2A2A}" sibTransId="{ADA306DC-80FE-4C03-86C9-272440AEA23F}"/>
    <dgm:cxn modelId="{F54D303A-F4D6-4FC4-B0CA-125EA9963B97}" type="presOf" srcId="{09518D8D-1D3E-498F-ABEF-1907B011B1A9}" destId="{7B5720FF-5B5B-4B6E-8BA9-D890072C0A0F}" srcOrd="0" destOrd="0" presId="urn:microsoft.com/office/officeart/2005/8/layout/vList2"/>
    <dgm:cxn modelId="{9DABFD5E-9B28-4198-87FE-B24C92D30D25}" srcId="{15422C87-9E6E-48E8-9B6A-53197B0CDC0E}" destId="{92CB68B3-B70A-4C51-9E8E-E6782D42CCE4}" srcOrd="2" destOrd="0" parTransId="{B0B6FECA-DB8C-425B-93CB-D084D3514797}" sibTransId="{E2C0A32C-3048-487A-B9BA-48C8AB29C65F}"/>
    <dgm:cxn modelId="{C6F77A44-1B79-4EF0-9B56-B2AF9E2F8B65}" type="presOf" srcId="{15422C87-9E6E-48E8-9B6A-53197B0CDC0E}" destId="{B4B3CC7A-A2F9-45F4-92DE-18C8116D2B86}" srcOrd="0" destOrd="0" presId="urn:microsoft.com/office/officeart/2005/8/layout/vList2"/>
    <dgm:cxn modelId="{59556973-08B2-4C2B-8DE0-15DD924762B1}" srcId="{15422C87-9E6E-48E8-9B6A-53197B0CDC0E}" destId="{98FD4DCA-217A-4417-8595-A96C6339732C}" srcOrd="0" destOrd="0" parTransId="{70C281FE-9A9E-42BC-899B-EDAF13BA7FF4}" sibTransId="{0A7244B0-E918-4803-ABF2-C02CAA327728}"/>
    <dgm:cxn modelId="{ADF3BF55-EEDC-43FC-8761-809BCE7B349D}" type="presOf" srcId="{92CB68B3-B70A-4C51-9E8E-E6782D42CCE4}" destId="{F5FF8DB9-9AAB-4A29-832F-748D69B26E03}" srcOrd="0" destOrd="0" presId="urn:microsoft.com/office/officeart/2005/8/layout/vList2"/>
    <dgm:cxn modelId="{F650C97E-E4A9-466D-94BA-E8981726B99F}" type="presOf" srcId="{98FD4DCA-217A-4417-8595-A96C6339732C}" destId="{842CAE3D-6878-4B84-8266-DF53C1657C66}" srcOrd="0" destOrd="0" presId="urn:microsoft.com/office/officeart/2005/8/layout/vList2"/>
    <dgm:cxn modelId="{06F6EB92-743B-44A9-BCEF-C38795362261}" type="presOf" srcId="{48E1EE02-4E58-45B5-BE22-2F8843FFDB57}" destId="{8456EE03-B0C1-418C-AC14-1C2FC1B6D9C4}" srcOrd="0" destOrd="0" presId="urn:microsoft.com/office/officeart/2005/8/layout/vList2"/>
    <dgm:cxn modelId="{F6B0F39A-0A53-4437-9D63-39AAFB8FB25A}" srcId="{15422C87-9E6E-48E8-9B6A-53197B0CDC0E}" destId="{E283528D-144D-49F5-8E91-DE32CA9648B1}" srcOrd="4" destOrd="0" parTransId="{CDFD0FAC-B719-4FED-96F0-FDE9E8F65DA2}" sibTransId="{2F5049DE-6EBB-46B6-A35C-4C2E3FCF2805}"/>
    <dgm:cxn modelId="{4C1769B6-28C7-481C-938F-39F31C8257FA}" type="presOf" srcId="{E283528D-144D-49F5-8E91-DE32CA9648B1}" destId="{12D61A6A-B82E-41AA-945A-E6495AD2ABD5}" srcOrd="0" destOrd="0" presId="urn:microsoft.com/office/officeart/2005/8/layout/vList2"/>
    <dgm:cxn modelId="{CA1F27D3-C684-46E0-8D8D-1A276B695D63}" srcId="{92CB68B3-B70A-4C51-9E8E-E6782D42CCE4}" destId="{48E1EE02-4E58-45B5-BE22-2F8843FFDB57}" srcOrd="0" destOrd="0" parTransId="{05338FE5-7199-4D9E-AFF6-845BCAF057C4}" sibTransId="{58A09AC0-55D8-4705-8E0B-0EB5A652C985}"/>
    <dgm:cxn modelId="{B41364DF-8F4A-4432-95ED-53F3C12CE270}" type="presOf" srcId="{CADC0143-61DB-4D16-922E-78067FD68798}" destId="{41DF4AB2-45A7-458B-BC38-7C44B18DFB8E}" srcOrd="0" destOrd="0" presId="urn:microsoft.com/office/officeart/2005/8/layout/vList2"/>
    <dgm:cxn modelId="{06518FFC-D673-4AE8-B1B2-388700FB9ACE}" type="presParOf" srcId="{B4B3CC7A-A2F9-45F4-92DE-18C8116D2B86}" destId="{842CAE3D-6878-4B84-8266-DF53C1657C66}" srcOrd="0" destOrd="0" presId="urn:microsoft.com/office/officeart/2005/8/layout/vList2"/>
    <dgm:cxn modelId="{40931715-D800-4A52-96F8-A5B6E29C4640}" type="presParOf" srcId="{B4B3CC7A-A2F9-45F4-92DE-18C8116D2B86}" destId="{F9794D12-33BD-4D79-AA80-D1116BB5F0B8}" srcOrd="1" destOrd="0" presId="urn:microsoft.com/office/officeart/2005/8/layout/vList2"/>
    <dgm:cxn modelId="{9183649E-0840-4D4D-914F-6F466144724E}" type="presParOf" srcId="{B4B3CC7A-A2F9-45F4-92DE-18C8116D2B86}" destId="{7B5720FF-5B5B-4B6E-8BA9-D890072C0A0F}" srcOrd="2" destOrd="0" presId="urn:microsoft.com/office/officeart/2005/8/layout/vList2"/>
    <dgm:cxn modelId="{A413ED1C-C9C2-4A8B-BCE2-7C011379CF73}" type="presParOf" srcId="{B4B3CC7A-A2F9-45F4-92DE-18C8116D2B86}" destId="{16733990-A6F1-4178-B203-C042BD551ACE}" srcOrd="3" destOrd="0" presId="urn:microsoft.com/office/officeart/2005/8/layout/vList2"/>
    <dgm:cxn modelId="{288B0532-7980-465E-B1EF-94C109D3B467}" type="presParOf" srcId="{B4B3CC7A-A2F9-45F4-92DE-18C8116D2B86}" destId="{F5FF8DB9-9AAB-4A29-832F-748D69B26E03}" srcOrd="4" destOrd="0" presId="urn:microsoft.com/office/officeart/2005/8/layout/vList2"/>
    <dgm:cxn modelId="{8DD46C50-A7CC-42D9-AFED-83E8D702AA2F}" type="presParOf" srcId="{B4B3CC7A-A2F9-45F4-92DE-18C8116D2B86}" destId="{8456EE03-B0C1-418C-AC14-1C2FC1B6D9C4}" srcOrd="5" destOrd="0" presId="urn:microsoft.com/office/officeart/2005/8/layout/vList2"/>
    <dgm:cxn modelId="{5AD6E23A-DB51-4E33-BFE3-AE5A266ED2FB}" type="presParOf" srcId="{B4B3CC7A-A2F9-45F4-92DE-18C8116D2B86}" destId="{41DF4AB2-45A7-458B-BC38-7C44B18DFB8E}" srcOrd="6" destOrd="0" presId="urn:microsoft.com/office/officeart/2005/8/layout/vList2"/>
    <dgm:cxn modelId="{2D28DA81-6185-4D0E-AB7D-C1CCDDE8055B}" type="presParOf" srcId="{B4B3CC7A-A2F9-45F4-92DE-18C8116D2B86}" destId="{89DC6889-A29D-4518-B70E-E39DDF062BCA}" srcOrd="7" destOrd="0" presId="urn:microsoft.com/office/officeart/2005/8/layout/vList2"/>
    <dgm:cxn modelId="{5F0AE217-ABD3-459D-83C7-68AA4E681CD0}" type="presParOf" srcId="{B4B3CC7A-A2F9-45F4-92DE-18C8116D2B86}" destId="{12D61A6A-B82E-41AA-945A-E6495AD2ABD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796CCAB-C63A-41E7-B383-9DD14034528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43D5B75-CA9D-4715-9BB6-EC899E7AD6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Livello:</a:t>
          </a:r>
          <a:r>
            <a:rPr lang="it-IT" b="0" i="0" dirty="0"/>
            <a:t> </a:t>
          </a:r>
          <a:r>
            <a:rPr lang="it-IT" b="0" i="0" dirty="0" err="1"/>
            <a:t>unit</a:t>
          </a:r>
          <a:r>
            <a:rPr lang="it-IT" b="0" i="0" dirty="0"/>
            <a:t> test sui Service — la logica di business verificata in isolamento</a:t>
          </a:r>
          <a:endParaRPr lang="en-US" dirty="0"/>
        </a:p>
      </dgm:t>
    </dgm:pt>
    <dgm:pt modelId="{3E69B6CE-CC79-444F-B442-0EA33BF7E633}" type="parTrans" cxnId="{FE633D3D-400F-4A82-9C3B-F41925E51203}">
      <dgm:prSet/>
      <dgm:spPr/>
      <dgm:t>
        <a:bodyPr/>
        <a:lstStyle/>
        <a:p>
          <a:endParaRPr lang="en-US"/>
        </a:p>
      </dgm:t>
    </dgm:pt>
    <dgm:pt modelId="{60D718C7-E897-436D-BA32-FF536EB6C63C}" type="sibTrans" cxnId="{FE633D3D-400F-4A82-9C3B-F41925E51203}">
      <dgm:prSet/>
      <dgm:spPr/>
      <dgm:t>
        <a:bodyPr/>
        <a:lstStyle/>
        <a:p>
          <a:endParaRPr lang="en-US"/>
        </a:p>
      </dgm:t>
    </dgm:pt>
    <dgm:pt modelId="{2A6FC156-0AC9-420A-B9D7-3E27ECDC27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 err="1"/>
            <a:t>JUnit</a:t>
          </a:r>
          <a:r>
            <a:rPr lang="it-IT" b="1" i="0" dirty="0"/>
            <a:t> 5 + </a:t>
          </a:r>
          <a:r>
            <a:rPr lang="it-IT" b="1" i="0" dirty="0" err="1"/>
            <a:t>Mockito</a:t>
          </a:r>
          <a:r>
            <a:rPr lang="it-IT" b="1" i="0" dirty="0"/>
            <a:t>:</a:t>
          </a:r>
          <a:r>
            <a:rPr lang="it-IT" b="0" i="0" dirty="0"/>
            <a:t> repository e collaboratori sostituiti da </a:t>
          </a:r>
          <a:r>
            <a:rPr lang="it-IT" b="0" i="0" dirty="0" err="1"/>
            <a:t>mock</a:t>
          </a:r>
          <a:r>
            <a:rPr lang="it-IT" b="0" i="0" dirty="0"/>
            <a:t> → test rapidi, deterministici, senza DB</a:t>
          </a:r>
          <a:endParaRPr lang="en-US" dirty="0"/>
        </a:p>
      </dgm:t>
    </dgm:pt>
    <dgm:pt modelId="{445B4858-775B-4AE3-9E22-9ED77F7987AC}" type="parTrans" cxnId="{9F829786-E8FB-47D3-9F0C-6690168BE3C4}">
      <dgm:prSet/>
      <dgm:spPr/>
      <dgm:t>
        <a:bodyPr/>
        <a:lstStyle/>
        <a:p>
          <a:endParaRPr lang="en-US"/>
        </a:p>
      </dgm:t>
    </dgm:pt>
    <dgm:pt modelId="{D44743E8-F684-47F1-B6AD-16B56EBF463A}" type="sibTrans" cxnId="{9F829786-E8FB-47D3-9F0C-6690168BE3C4}">
      <dgm:prSet/>
      <dgm:spPr/>
      <dgm:t>
        <a:bodyPr/>
        <a:lstStyle/>
        <a:p>
          <a:endParaRPr lang="en-US"/>
        </a:p>
      </dgm:t>
    </dgm:pt>
    <dgm:pt modelId="{BF009153-C6AE-438F-8796-94369BDBD1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Due strategie complementari:</a:t>
          </a:r>
          <a:endParaRPr lang="en-US" sz="1800" b="1" i="0" dirty="0">
            <a:latin typeface="Century Gothic" panose="020B0502020202020204"/>
          </a:endParaRPr>
        </a:p>
      </dgm:t>
    </dgm:pt>
    <dgm:pt modelId="{9AE0F28B-7326-4AA4-8628-2369FB6AA44D}" type="parTrans" cxnId="{7AF76E15-9BE5-4758-A1C5-DA85B53F5261}">
      <dgm:prSet/>
      <dgm:spPr/>
      <dgm:t>
        <a:bodyPr/>
        <a:lstStyle/>
        <a:p>
          <a:endParaRPr lang="en-US"/>
        </a:p>
      </dgm:t>
    </dgm:pt>
    <dgm:pt modelId="{6AB003DC-214E-4A16-BD7E-DE03FF819357}" type="sibTrans" cxnId="{7AF76E15-9BE5-4758-A1C5-DA85B53F5261}">
      <dgm:prSet/>
      <dgm:spPr/>
      <dgm:t>
        <a:bodyPr/>
        <a:lstStyle/>
        <a:p>
          <a:endParaRPr lang="en-US"/>
        </a:p>
      </dgm:t>
    </dgm:pt>
    <dgm:pt modelId="{3613E19B-979A-4525-AF29-CA90E4AD01D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sz="1800" b="1" i="0"/>
            <a:t>white-box</a:t>
          </a:r>
          <a:r>
            <a:rPr lang="it-IT" sz="1800" b="0" i="0"/>
            <a:t> (strutturale) — casi derivati dal codice: copertura delle condizioni</a:t>
          </a:r>
          <a:endParaRPr lang="en-US" sz="1800"/>
        </a:p>
      </dgm:t>
    </dgm:pt>
    <dgm:pt modelId="{EEB068D5-595C-44DD-BCB1-88EB32C4D189}" type="parTrans" cxnId="{FDD27C24-24CD-47A8-9F19-24D242EA18E3}">
      <dgm:prSet/>
      <dgm:spPr/>
      <dgm:t>
        <a:bodyPr/>
        <a:lstStyle/>
        <a:p>
          <a:endParaRPr lang="en-US"/>
        </a:p>
      </dgm:t>
    </dgm:pt>
    <dgm:pt modelId="{7F49BADB-E9A2-4B3E-8584-C0B3B51CEF60}" type="sibTrans" cxnId="{FDD27C24-24CD-47A8-9F19-24D242EA18E3}">
      <dgm:prSet/>
      <dgm:spPr/>
      <dgm:t>
        <a:bodyPr/>
        <a:lstStyle/>
        <a:p>
          <a:endParaRPr lang="en-US"/>
        </a:p>
      </dgm:t>
    </dgm:pt>
    <dgm:pt modelId="{4AD0413F-1E65-48AB-AE04-E6BA66E2D5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Sotto test 3 metodi:</a:t>
          </a:r>
          <a:r>
            <a:rPr lang="it-IT" b="0" i="0" dirty="0"/>
            <a:t> </a:t>
          </a:r>
          <a:r>
            <a:rPr lang="it-IT" b="0" i="0" dirty="0" err="1"/>
            <a:t>assignIssueToUser</a:t>
          </a:r>
          <a:r>
            <a:rPr lang="it-IT" b="0" i="0" dirty="0"/>
            <a:t> (5 parametri) · </a:t>
          </a:r>
          <a:r>
            <a:rPr lang="it-IT" b="0" i="0" dirty="0" err="1"/>
            <a:t>aggiungiCommento</a:t>
          </a:r>
          <a:r>
            <a:rPr lang="it-IT" b="0" i="0" dirty="0"/>
            <a:t> (4) · </a:t>
          </a:r>
          <a:r>
            <a:rPr lang="it-IT" b="0" i="0" dirty="0" err="1"/>
            <a:t>deleteUser</a:t>
          </a:r>
          <a:r>
            <a:rPr lang="it-IT" b="0" i="0" dirty="0"/>
            <a:t> (2)</a:t>
          </a:r>
          <a:endParaRPr lang="en-US" dirty="0"/>
        </a:p>
      </dgm:t>
    </dgm:pt>
    <dgm:pt modelId="{F8D51BF3-E4E7-4020-9ACD-5BB6DFC0419F}" type="parTrans" cxnId="{F48EAC4B-A16B-49CA-84A5-464B042FD994}">
      <dgm:prSet/>
      <dgm:spPr/>
      <dgm:t>
        <a:bodyPr/>
        <a:lstStyle/>
        <a:p>
          <a:endParaRPr lang="en-US"/>
        </a:p>
      </dgm:t>
    </dgm:pt>
    <dgm:pt modelId="{1A737BBD-31AC-49A8-BB68-5B479874E4BC}" type="sibTrans" cxnId="{F48EAC4B-A16B-49CA-84A5-464B042FD994}">
      <dgm:prSet/>
      <dgm:spPr/>
      <dgm:t>
        <a:bodyPr/>
        <a:lstStyle/>
        <a:p>
          <a:endParaRPr lang="en-US"/>
        </a:p>
      </dgm:t>
    </dgm:pt>
    <dgm:pt modelId="{5E6410EC-E56D-4DA7-813F-C2AD94C516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it-IT" b="1" i="0" dirty="0"/>
            <a:t>Test plan documentato:</a:t>
          </a:r>
          <a:r>
            <a:rPr lang="it-IT" b="0" i="0" dirty="0"/>
            <a:t> 22 casi (A1–A9, C1–C8, D1–D5) · uscita: tutti verdi + </a:t>
          </a:r>
          <a:r>
            <a:rPr lang="it-IT" b="0" i="0" dirty="0" err="1"/>
            <a:t>condition</a:t>
          </a:r>
          <a:r>
            <a:rPr lang="it-IT" b="0" i="0" dirty="0"/>
            <a:t> coverage completa</a:t>
          </a:r>
          <a:endParaRPr lang="en-US" dirty="0"/>
        </a:p>
      </dgm:t>
    </dgm:pt>
    <dgm:pt modelId="{EFADAC6D-C35D-4544-8376-C9DF69851A35}" type="parTrans" cxnId="{2043F714-788D-4EBB-B7F8-F2901681BCBF}">
      <dgm:prSet/>
      <dgm:spPr/>
      <dgm:t>
        <a:bodyPr/>
        <a:lstStyle/>
        <a:p>
          <a:endParaRPr lang="en-US"/>
        </a:p>
      </dgm:t>
    </dgm:pt>
    <dgm:pt modelId="{AD4D0B7B-D79E-497A-938F-321F8EEB5F13}" type="sibTrans" cxnId="{2043F714-788D-4EBB-B7F8-F2901681BCBF}">
      <dgm:prSet/>
      <dgm:spPr/>
      <dgm:t>
        <a:bodyPr/>
        <a:lstStyle/>
        <a:p>
          <a:endParaRPr lang="en-US"/>
        </a:p>
      </dgm:t>
    </dgm:pt>
    <dgm:pt modelId="{13E90BD2-0556-465E-8F58-C0558B9FA545}">
      <dgm:prSet phldrT="[Testo]" phldr="0"/>
      <dgm:spPr/>
      <dgm:t>
        <a:bodyPr/>
        <a:lstStyle/>
        <a:p>
          <a:pPr>
            <a:lnSpc>
              <a:spcPct val="100000"/>
            </a:lnSpc>
          </a:pPr>
          <a:r>
            <a:rPr lang="it-IT" sz="1800" b="1" i="0" dirty="0"/>
            <a:t>black-box</a:t>
          </a:r>
          <a:r>
            <a:rPr lang="it-IT" sz="1800" b="0" i="0" dirty="0"/>
            <a:t> (funzionale) — casi derivati dalla specifica: classi di equivalenza</a:t>
          </a:r>
          <a:endParaRPr lang="en-US" sz="1800" b="0" dirty="0"/>
        </a:p>
      </dgm:t>
    </dgm:pt>
    <dgm:pt modelId="{98A2F8BD-FB32-48CE-BE41-08602E91C029}" type="parTrans" cxnId="{19057982-E0BC-48B6-A43F-92DA55933D6B}">
      <dgm:prSet/>
      <dgm:spPr/>
    </dgm:pt>
    <dgm:pt modelId="{F7AAB6C7-D0FC-4A9B-852F-7125C6899167}" type="sibTrans" cxnId="{19057982-E0BC-48B6-A43F-92DA55933D6B}">
      <dgm:prSet/>
      <dgm:spPr/>
    </dgm:pt>
    <dgm:pt modelId="{4A826098-EE4B-452F-94A0-421A0DC0F3D3}" type="pres">
      <dgm:prSet presAssocID="{A796CCAB-C63A-41E7-B383-9DD14034528B}" presName="root" presStyleCnt="0">
        <dgm:presLayoutVars>
          <dgm:dir/>
          <dgm:resizeHandles val="exact"/>
        </dgm:presLayoutVars>
      </dgm:prSet>
      <dgm:spPr/>
    </dgm:pt>
    <dgm:pt modelId="{09A01808-C9AB-4F5A-9E69-136B99E9B879}" type="pres">
      <dgm:prSet presAssocID="{043D5B75-CA9D-4715-9BB6-EC899E7AD600}" presName="compNode" presStyleCnt="0"/>
      <dgm:spPr/>
    </dgm:pt>
    <dgm:pt modelId="{83F4427F-027F-464A-8B10-9A86E78E6F73}" type="pres">
      <dgm:prSet presAssocID="{043D5B75-CA9D-4715-9BB6-EC899E7AD60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e"/>
        </a:ext>
      </dgm:extLst>
    </dgm:pt>
    <dgm:pt modelId="{DDAC29A4-BCAB-499C-B19C-49E59DE47D6A}" type="pres">
      <dgm:prSet presAssocID="{043D5B75-CA9D-4715-9BB6-EC899E7AD600}" presName="iconSpace" presStyleCnt="0"/>
      <dgm:spPr/>
    </dgm:pt>
    <dgm:pt modelId="{7A76FB99-A8A9-4CE3-AC9F-5902AF456166}" type="pres">
      <dgm:prSet presAssocID="{043D5B75-CA9D-4715-9BB6-EC899E7AD600}" presName="parTx" presStyleLbl="revTx" presStyleIdx="0" presStyleCnt="10">
        <dgm:presLayoutVars>
          <dgm:chMax val="0"/>
          <dgm:chPref val="0"/>
        </dgm:presLayoutVars>
      </dgm:prSet>
      <dgm:spPr/>
    </dgm:pt>
    <dgm:pt modelId="{4A05CACB-50D5-4820-9699-D0924652FF10}" type="pres">
      <dgm:prSet presAssocID="{043D5B75-CA9D-4715-9BB6-EC899E7AD600}" presName="txSpace" presStyleCnt="0"/>
      <dgm:spPr/>
    </dgm:pt>
    <dgm:pt modelId="{E6D76D76-84F9-4DB0-AB44-CDA3237ED908}" type="pres">
      <dgm:prSet presAssocID="{043D5B75-CA9D-4715-9BB6-EC899E7AD600}" presName="desTx" presStyleLbl="revTx" presStyleIdx="1" presStyleCnt="10">
        <dgm:presLayoutVars/>
      </dgm:prSet>
      <dgm:spPr/>
    </dgm:pt>
    <dgm:pt modelId="{0C457F67-4169-47B6-B18C-2B37D9D4BFF3}" type="pres">
      <dgm:prSet presAssocID="{60D718C7-E897-436D-BA32-FF536EB6C63C}" presName="sibTrans" presStyleCnt="0"/>
      <dgm:spPr/>
    </dgm:pt>
    <dgm:pt modelId="{965C0347-5224-4AC6-BC9F-6EC751EF5C8F}" type="pres">
      <dgm:prSet presAssocID="{2A6FC156-0AC9-420A-B9D7-3E27ECDC277E}" presName="compNode" presStyleCnt="0"/>
      <dgm:spPr/>
    </dgm:pt>
    <dgm:pt modelId="{5D2B7BF6-A06B-4E3F-AF18-1D4D5AF07848}" type="pres">
      <dgm:prSet presAssocID="{2A6FC156-0AC9-420A-B9D7-3E27ECDC277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BF5F911F-6FB2-4B62-977D-0452A2F2E3BB}" type="pres">
      <dgm:prSet presAssocID="{2A6FC156-0AC9-420A-B9D7-3E27ECDC277E}" presName="iconSpace" presStyleCnt="0"/>
      <dgm:spPr/>
    </dgm:pt>
    <dgm:pt modelId="{AC1A98B6-5B7A-4703-8344-5BC5994499FF}" type="pres">
      <dgm:prSet presAssocID="{2A6FC156-0AC9-420A-B9D7-3E27ECDC277E}" presName="parTx" presStyleLbl="revTx" presStyleIdx="2" presStyleCnt="10">
        <dgm:presLayoutVars>
          <dgm:chMax val="0"/>
          <dgm:chPref val="0"/>
        </dgm:presLayoutVars>
      </dgm:prSet>
      <dgm:spPr/>
    </dgm:pt>
    <dgm:pt modelId="{48809D5F-E1D1-4A37-8F90-CAF12C8B7330}" type="pres">
      <dgm:prSet presAssocID="{2A6FC156-0AC9-420A-B9D7-3E27ECDC277E}" presName="txSpace" presStyleCnt="0"/>
      <dgm:spPr/>
    </dgm:pt>
    <dgm:pt modelId="{2AE24D27-33BD-4D48-A551-7ECBE137F1AC}" type="pres">
      <dgm:prSet presAssocID="{2A6FC156-0AC9-420A-B9D7-3E27ECDC277E}" presName="desTx" presStyleLbl="revTx" presStyleIdx="3" presStyleCnt="10">
        <dgm:presLayoutVars/>
      </dgm:prSet>
      <dgm:spPr/>
    </dgm:pt>
    <dgm:pt modelId="{F92A9DA6-67D4-4EA2-A904-5DCF0B8C72FB}" type="pres">
      <dgm:prSet presAssocID="{D44743E8-F684-47F1-B6AD-16B56EBF463A}" presName="sibTrans" presStyleCnt="0"/>
      <dgm:spPr/>
    </dgm:pt>
    <dgm:pt modelId="{6E9297AE-4047-4394-A4A1-6EB166195165}" type="pres">
      <dgm:prSet presAssocID="{BF009153-C6AE-438F-8796-94369BDBD12A}" presName="compNode" presStyleCnt="0"/>
      <dgm:spPr/>
    </dgm:pt>
    <dgm:pt modelId="{73261FDA-A25E-4DCD-AB5D-E18E67127A3C}" type="pres">
      <dgm:prSet presAssocID="{BF009153-C6AE-438F-8796-94369BDBD12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a di flusso"/>
        </a:ext>
      </dgm:extLst>
    </dgm:pt>
    <dgm:pt modelId="{2D616B4C-D9CC-46F0-9D12-E2784A359F2B}" type="pres">
      <dgm:prSet presAssocID="{BF009153-C6AE-438F-8796-94369BDBD12A}" presName="iconSpace" presStyleCnt="0"/>
      <dgm:spPr/>
    </dgm:pt>
    <dgm:pt modelId="{8FCA5136-C4D6-4510-9879-D17B5AB24622}" type="pres">
      <dgm:prSet presAssocID="{BF009153-C6AE-438F-8796-94369BDBD12A}" presName="parTx" presStyleLbl="revTx" presStyleIdx="4" presStyleCnt="10">
        <dgm:presLayoutVars>
          <dgm:chMax val="0"/>
          <dgm:chPref val="0"/>
        </dgm:presLayoutVars>
      </dgm:prSet>
      <dgm:spPr/>
    </dgm:pt>
    <dgm:pt modelId="{9AB458A0-7746-406B-81FA-8BB1437EF4B8}" type="pres">
      <dgm:prSet presAssocID="{BF009153-C6AE-438F-8796-94369BDBD12A}" presName="txSpace" presStyleCnt="0"/>
      <dgm:spPr/>
    </dgm:pt>
    <dgm:pt modelId="{A710F85F-FDB1-4C90-9CFA-29154E9F8B2F}" type="pres">
      <dgm:prSet presAssocID="{BF009153-C6AE-438F-8796-94369BDBD12A}" presName="desTx" presStyleLbl="revTx" presStyleIdx="5" presStyleCnt="10">
        <dgm:presLayoutVars/>
      </dgm:prSet>
      <dgm:spPr/>
    </dgm:pt>
    <dgm:pt modelId="{352CDAFD-DF28-4489-B00A-57A84E9D46E5}" type="pres">
      <dgm:prSet presAssocID="{6AB003DC-214E-4A16-BD7E-DE03FF819357}" presName="sibTrans" presStyleCnt="0"/>
      <dgm:spPr/>
    </dgm:pt>
    <dgm:pt modelId="{272A54E1-9D95-46C0-BE32-B18C5233BE4A}" type="pres">
      <dgm:prSet presAssocID="{4AD0413F-1E65-48AB-AE04-E6BA66E2D5A1}" presName="compNode" presStyleCnt="0"/>
      <dgm:spPr/>
    </dgm:pt>
    <dgm:pt modelId="{DABB39FA-A180-4C83-8E41-FE4CF1685A5C}" type="pres">
      <dgm:prSet presAssocID="{4AD0413F-1E65-48AB-AE04-E6BA66E2D5A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7D9025B4-7088-4FFF-9268-50EDE9A50EB2}" type="pres">
      <dgm:prSet presAssocID="{4AD0413F-1E65-48AB-AE04-E6BA66E2D5A1}" presName="iconSpace" presStyleCnt="0"/>
      <dgm:spPr/>
    </dgm:pt>
    <dgm:pt modelId="{A7AA43B0-721D-4BB0-B160-03A18A0F704E}" type="pres">
      <dgm:prSet presAssocID="{4AD0413F-1E65-48AB-AE04-E6BA66E2D5A1}" presName="parTx" presStyleLbl="revTx" presStyleIdx="6" presStyleCnt="10">
        <dgm:presLayoutVars>
          <dgm:chMax val="0"/>
          <dgm:chPref val="0"/>
        </dgm:presLayoutVars>
      </dgm:prSet>
      <dgm:spPr/>
    </dgm:pt>
    <dgm:pt modelId="{2A3B87FC-5D15-443D-9536-2C022367DD61}" type="pres">
      <dgm:prSet presAssocID="{4AD0413F-1E65-48AB-AE04-E6BA66E2D5A1}" presName="txSpace" presStyleCnt="0"/>
      <dgm:spPr/>
    </dgm:pt>
    <dgm:pt modelId="{DABE9A27-BCC0-4D4F-AEEF-2310E987E1E7}" type="pres">
      <dgm:prSet presAssocID="{4AD0413F-1E65-48AB-AE04-E6BA66E2D5A1}" presName="desTx" presStyleLbl="revTx" presStyleIdx="7" presStyleCnt="10">
        <dgm:presLayoutVars/>
      </dgm:prSet>
      <dgm:spPr/>
    </dgm:pt>
    <dgm:pt modelId="{CEC25D58-2519-460A-B029-F5E33AAC3E4B}" type="pres">
      <dgm:prSet presAssocID="{1A737BBD-31AC-49A8-BB68-5B479874E4BC}" presName="sibTrans" presStyleCnt="0"/>
      <dgm:spPr/>
    </dgm:pt>
    <dgm:pt modelId="{51B6AFD5-BB79-4363-B806-4817C3A6AFA8}" type="pres">
      <dgm:prSet presAssocID="{5E6410EC-E56D-4DA7-813F-C2AD94C516B4}" presName="compNode" presStyleCnt="0"/>
      <dgm:spPr/>
    </dgm:pt>
    <dgm:pt modelId="{03F1B553-E57F-465A-8730-7D3F88FFB907}" type="pres">
      <dgm:prSet presAssocID="{5E6410EC-E56D-4DA7-813F-C2AD94C516B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19FE9809-E26D-40FE-998B-EC446487DD6C}" type="pres">
      <dgm:prSet presAssocID="{5E6410EC-E56D-4DA7-813F-C2AD94C516B4}" presName="iconSpace" presStyleCnt="0"/>
      <dgm:spPr/>
    </dgm:pt>
    <dgm:pt modelId="{DE5A2990-731A-4D83-9AA4-B0A19409392B}" type="pres">
      <dgm:prSet presAssocID="{5E6410EC-E56D-4DA7-813F-C2AD94C516B4}" presName="parTx" presStyleLbl="revTx" presStyleIdx="8" presStyleCnt="10">
        <dgm:presLayoutVars>
          <dgm:chMax val="0"/>
          <dgm:chPref val="0"/>
        </dgm:presLayoutVars>
      </dgm:prSet>
      <dgm:spPr/>
    </dgm:pt>
    <dgm:pt modelId="{D1C51A2F-F4CC-4DF8-85CF-60895EA6B08F}" type="pres">
      <dgm:prSet presAssocID="{5E6410EC-E56D-4DA7-813F-C2AD94C516B4}" presName="txSpace" presStyleCnt="0"/>
      <dgm:spPr/>
    </dgm:pt>
    <dgm:pt modelId="{87260903-B690-4F3C-B373-54C40D3791FD}" type="pres">
      <dgm:prSet presAssocID="{5E6410EC-E56D-4DA7-813F-C2AD94C516B4}" presName="desTx" presStyleLbl="revTx" presStyleIdx="9" presStyleCnt="10">
        <dgm:presLayoutVars/>
      </dgm:prSet>
      <dgm:spPr/>
    </dgm:pt>
  </dgm:ptLst>
  <dgm:cxnLst>
    <dgm:cxn modelId="{1387520E-B8C5-4A8B-BA2A-0E58585D76A8}" type="presOf" srcId="{043D5B75-CA9D-4715-9BB6-EC899E7AD600}" destId="{7A76FB99-A8A9-4CE3-AC9F-5902AF456166}" srcOrd="0" destOrd="0" presId="urn:microsoft.com/office/officeart/2018/5/layout/CenteredIconLabelDescriptionList"/>
    <dgm:cxn modelId="{2043F714-788D-4EBB-B7F8-F2901681BCBF}" srcId="{A796CCAB-C63A-41E7-B383-9DD14034528B}" destId="{5E6410EC-E56D-4DA7-813F-C2AD94C516B4}" srcOrd="4" destOrd="0" parTransId="{EFADAC6D-C35D-4544-8376-C9DF69851A35}" sibTransId="{AD4D0B7B-D79E-497A-938F-321F8EEB5F13}"/>
    <dgm:cxn modelId="{7AF76E15-9BE5-4758-A1C5-DA85B53F5261}" srcId="{A796CCAB-C63A-41E7-B383-9DD14034528B}" destId="{BF009153-C6AE-438F-8796-94369BDBD12A}" srcOrd="2" destOrd="0" parTransId="{9AE0F28B-7326-4AA4-8628-2369FB6AA44D}" sibTransId="{6AB003DC-214E-4A16-BD7E-DE03FF819357}"/>
    <dgm:cxn modelId="{FDD27C24-24CD-47A8-9F19-24D242EA18E3}" srcId="{BF009153-C6AE-438F-8796-94369BDBD12A}" destId="{3613E19B-979A-4525-AF29-CA90E4AD01D5}" srcOrd="1" destOrd="0" parTransId="{EEB068D5-595C-44DD-BCB1-88EB32C4D189}" sibTransId="{7F49BADB-E9A2-4B3E-8584-C0B3B51CEF60}"/>
    <dgm:cxn modelId="{8A76AD38-78DA-47DF-A418-CE0790BC8990}" type="presOf" srcId="{5E6410EC-E56D-4DA7-813F-C2AD94C516B4}" destId="{DE5A2990-731A-4D83-9AA4-B0A19409392B}" srcOrd="0" destOrd="0" presId="urn:microsoft.com/office/officeart/2018/5/layout/CenteredIconLabelDescriptionList"/>
    <dgm:cxn modelId="{FE633D3D-400F-4A82-9C3B-F41925E51203}" srcId="{A796CCAB-C63A-41E7-B383-9DD14034528B}" destId="{043D5B75-CA9D-4715-9BB6-EC899E7AD600}" srcOrd="0" destOrd="0" parTransId="{3E69B6CE-CC79-444F-B442-0EA33BF7E633}" sibTransId="{60D718C7-E897-436D-BA32-FF536EB6C63C}"/>
    <dgm:cxn modelId="{F5842444-9A22-42C9-AD06-B378929713AF}" type="presOf" srcId="{4AD0413F-1E65-48AB-AE04-E6BA66E2D5A1}" destId="{A7AA43B0-721D-4BB0-B160-03A18A0F704E}" srcOrd="0" destOrd="0" presId="urn:microsoft.com/office/officeart/2018/5/layout/CenteredIconLabelDescriptionList"/>
    <dgm:cxn modelId="{43F8CA4A-CC8C-4974-ACC8-BE2BC3E08FDD}" type="presOf" srcId="{2A6FC156-0AC9-420A-B9D7-3E27ECDC277E}" destId="{AC1A98B6-5B7A-4703-8344-5BC5994499FF}" srcOrd="0" destOrd="0" presId="urn:microsoft.com/office/officeart/2018/5/layout/CenteredIconLabelDescriptionList"/>
    <dgm:cxn modelId="{F48EAC4B-A16B-49CA-84A5-464B042FD994}" srcId="{A796CCAB-C63A-41E7-B383-9DD14034528B}" destId="{4AD0413F-1E65-48AB-AE04-E6BA66E2D5A1}" srcOrd="3" destOrd="0" parTransId="{F8D51BF3-E4E7-4020-9ACD-5BB6DFC0419F}" sibTransId="{1A737BBD-31AC-49A8-BB68-5B479874E4BC}"/>
    <dgm:cxn modelId="{917FA771-2FA4-4040-B33B-665F1A987361}" type="presOf" srcId="{13E90BD2-0556-465E-8F58-C0558B9FA545}" destId="{A710F85F-FDB1-4C90-9CFA-29154E9F8B2F}" srcOrd="0" destOrd="0" presId="urn:microsoft.com/office/officeart/2018/5/layout/CenteredIconLabelDescriptionList"/>
    <dgm:cxn modelId="{19057982-E0BC-48B6-A43F-92DA55933D6B}" srcId="{BF009153-C6AE-438F-8796-94369BDBD12A}" destId="{13E90BD2-0556-465E-8F58-C0558B9FA545}" srcOrd="0" destOrd="0" parTransId="{98A2F8BD-FB32-48CE-BE41-08602E91C029}" sibTransId="{F7AAB6C7-D0FC-4A9B-852F-7125C6899167}"/>
    <dgm:cxn modelId="{9F829786-E8FB-47D3-9F0C-6690168BE3C4}" srcId="{A796CCAB-C63A-41E7-B383-9DD14034528B}" destId="{2A6FC156-0AC9-420A-B9D7-3E27ECDC277E}" srcOrd="1" destOrd="0" parTransId="{445B4858-775B-4AE3-9E22-9ED77F7987AC}" sibTransId="{D44743E8-F684-47F1-B6AD-16B56EBF463A}"/>
    <dgm:cxn modelId="{AB7B6D91-8230-4669-AD9F-BC56A93CE382}" type="presOf" srcId="{3613E19B-979A-4525-AF29-CA90E4AD01D5}" destId="{A710F85F-FDB1-4C90-9CFA-29154E9F8B2F}" srcOrd="0" destOrd="1" presId="urn:microsoft.com/office/officeart/2018/5/layout/CenteredIconLabelDescriptionList"/>
    <dgm:cxn modelId="{F3DB6B94-0C13-4641-B7D8-37EBCFAF60EA}" type="presOf" srcId="{BF009153-C6AE-438F-8796-94369BDBD12A}" destId="{8FCA5136-C4D6-4510-9879-D17B5AB24622}" srcOrd="0" destOrd="0" presId="urn:microsoft.com/office/officeart/2018/5/layout/CenteredIconLabelDescriptionList"/>
    <dgm:cxn modelId="{151153DD-FE29-4080-8277-8426EF3D8D46}" type="presOf" srcId="{A796CCAB-C63A-41E7-B383-9DD14034528B}" destId="{4A826098-EE4B-452F-94A0-421A0DC0F3D3}" srcOrd="0" destOrd="0" presId="urn:microsoft.com/office/officeart/2018/5/layout/CenteredIconLabelDescriptionList"/>
    <dgm:cxn modelId="{5F4CE22A-48CD-4088-B568-10F55D4467E6}" type="presParOf" srcId="{4A826098-EE4B-452F-94A0-421A0DC0F3D3}" destId="{09A01808-C9AB-4F5A-9E69-136B99E9B879}" srcOrd="0" destOrd="0" presId="urn:microsoft.com/office/officeart/2018/5/layout/CenteredIconLabelDescriptionList"/>
    <dgm:cxn modelId="{6E3A89FF-0813-4170-9A06-7B8FA22CED2B}" type="presParOf" srcId="{09A01808-C9AB-4F5A-9E69-136B99E9B879}" destId="{83F4427F-027F-464A-8B10-9A86E78E6F73}" srcOrd="0" destOrd="0" presId="urn:microsoft.com/office/officeart/2018/5/layout/CenteredIconLabelDescriptionList"/>
    <dgm:cxn modelId="{58DD5130-BDF1-41CD-BD7C-CD0B61511F2F}" type="presParOf" srcId="{09A01808-C9AB-4F5A-9E69-136B99E9B879}" destId="{DDAC29A4-BCAB-499C-B19C-49E59DE47D6A}" srcOrd="1" destOrd="0" presId="urn:microsoft.com/office/officeart/2018/5/layout/CenteredIconLabelDescriptionList"/>
    <dgm:cxn modelId="{5D65D07B-4C3D-4B77-AA3C-807AE66D0C3D}" type="presParOf" srcId="{09A01808-C9AB-4F5A-9E69-136B99E9B879}" destId="{7A76FB99-A8A9-4CE3-AC9F-5902AF456166}" srcOrd="2" destOrd="0" presId="urn:microsoft.com/office/officeart/2018/5/layout/CenteredIconLabelDescriptionList"/>
    <dgm:cxn modelId="{69A81F39-3975-4096-AD86-E278EE10D065}" type="presParOf" srcId="{09A01808-C9AB-4F5A-9E69-136B99E9B879}" destId="{4A05CACB-50D5-4820-9699-D0924652FF10}" srcOrd="3" destOrd="0" presId="urn:microsoft.com/office/officeart/2018/5/layout/CenteredIconLabelDescriptionList"/>
    <dgm:cxn modelId="{D47B0B89-03F1-4B9D-BF40-CFE3F89866C0}" type="presParOf" srcId="{09A01808-C9AB-4F5A-9E69-136B99E9B879}" destId="{E6D76D76-84F9-4DB0-AB44-CDA3237ED908}" srcOrd="4" destOrd="0" presId="urn:microsoft.com/office/officeart/2018/5/layout/CenteredIconLabelDescriptionList"/>
    <dgm:cxn modelId="{3ABDDE6E-005A-4E7D-99BC-CF7FB9651DEF}" type="presParOf" srcId="{4A826098-EE4B-452F-94A0-421A0DC0F3D3}" destId="{0C457F67-4169-47B6-B18C-2B37D9D4BFF3}" srcOrd="1" destOrd="0" presId="urn:microsoft.com/office/officeart/2018/5/layout/CenteredIconLabelDescriptionList"/>
    <dgm:cxn modelId="{A5E2D03F-4C73-414D-A9B8-DD1F07769529}" type="presParOf" srcId="{4A826098-EE4B-452F-94A0-421A0DC0F3D3}" destId="{965C0347-5224-4AC6-BC9F-6EC751EF5C8F}" srcOrd="2" destOrd="0" presId="urn:microsoft.com/office/officeart/2018/5/layout/CenteredIconLabelDescriptionList"/>
    <dgm:cxn modelId="{AFA84F0E-0512-41C5-AE6D-09882764E401}" type="presParOf" srcId="{965C0347-5224-4AC6-BC9F-6EC751EF5C8F}" destId="{5D2B7BF6-A06B-4E3F-AF18-1D4D5AF07848}" srcOrd="0" destOrd="0" presId="urn:microsoft.com/office/officeart/2018/5/layout/CenteredIconLabelDescriptionList"/>
    <dgm:cxn modelId="{7BDE06E5-D54B-4666-9E86-0D8D087392A6}" type="presParOf" srcId="{965C0347-5224-4AC6-BC9F-6EC751EF5C8F}" destId="{BF5F911F-6FB2-4B62-977D-0452A2F2E3BB}" srcOrd="1" destOrd="0" presId="urn:microsoft.com/office/officeart/2018/5/layout/CenteredIconLabelDescriptionList"/>
    <dgm:cxn modelId="{8A4010A2-BA87-422C-9F5F-40F62A022555}" type="presParOf" srcId="{965C0347-5224-4AC6-BC9F-6EC751EF5C8F}" destId="{AC1A98B6-5B7A-4703-8344-5BC5994499FF}" srcOrd="2" destOrd="0" presId="urn:microsoft.com/office/officeart/2018/5/layout/CenteredIconLabelDescriptionList"/>
    <dgm:cxn modelId="{917D5E55-D4FD-404B-ADED-33AFC97BAF09}" type="presParOf" srcId="{965C0347-5224-4AC6-BC9F-6EC751EF5C8F}" destId="{48809D5F-E1D1-4A37-8F90-CAF12C8B7330}" srcOrd="3" destOrd="0" presId="urn:microsoft.com/office/officeart/2018/5/layout/CenteredIconLabelDescriptionList"/>
    <dgm:cxn modelId="{08899163-A6DD-4A82-8E2C-03501A9766E0}" type="presParOf" srcId="{965C0347-5224-4AC6-BC9F-6EC751EF5C8F}" destId="{2AE24D27-33BD-4D48-A551-7ECBE137F1AC}" srcOrd="4" destOrd="0" presId="urn:microsoft.com/office/officeart/2018/5/layout/CenteredIconLabelDescriptionList"/>
    <dgm:cxn modelId="{EB007990-377F-465D-B72D-C329C3E40742}" type="presParOf" srcId="{4A826098-EE4B-452F-94A0-421A0DC0F3D3}" destId="{F92A9DA6-67D4-4EA2-A904-5DCF0B8C72FB}" srcOrd="3" destOrd="0" presId="urn:microsoft.com/office/officeart/2018/5/layout/CenteredIconLabelDescriptionList"/>
    <dgm:cxn modelId="{CED8A1FA-E07F-46A8-B498-1C02F3C71DEF}" type="presParOf" srcId="{4A826098-EE4B-452F-94A0-421A0DC0F3D3}" destId="{6E9297AE-4047-4394-A4A1-6EB166195165}" srcOrd="4" destOrd="0" presId="urn:microsoft.com/office/officeart/2018/5/layout/CenteredIconLabelDescriptionList"/>
    <dgm:cxn modelId="{C2416228-F649-43D4-A255-4EF9FDFFD34C}" type="presParOf" srcId="{6E9297AE-4047-4394-A4A1-6EB166195165}" destId="{73261FDA-A25E-4DCD-AB5D-E18E67127A3C}" srcOrd="0" destOrd="0" presId="urn:microsoft.com/office/officeart/2018/5/layout/CenteredIconLabelDescriptionList"/>
    <dgm:cxn modelId="{F9C18C53-5F0F-45E8-9467-0127ED7B0BC3}" type="presParOf" srcId="{6E9297AE-4047-4394-A4A1-6EB166195165}" destId="{2D616B4C-D9CC-46F0-9D12-E2784A359F2B}" srcOrd="1" destOrd="0" presId="urn:microsoft.com/office/officeart/2018/5/layout/CenteredIconLabelDescriptionList"/>
    <dgm:cxn modelId="{13D6DCD4-2362-4706-8879-89323D0697F5}" type="presParOf" srcId="{6E9297AE-4047-4394-A4A1-6EB166195165}" destId="{8FCA5136-C4D6-4510-9879-D17B5AB24622}" srcOrd="2" destOrd="0" presId="urn:microsoft.com/office/officeart/2018/5/layout/CenteredIconLabelDescriptionList"/>
    <dgm:cxn modelId="{F782EF02-814E-4872-8134-0F1285CE14B4}" type="presParOf" srcId="{6E9297AE-4047-4394-A4A1-6EB166195165}" destId="{9AB458A0-7746-406B-81FA-8BB1437EF4B8}" srcOrd="3" destOrd="0" presId="urn:microsoft.com/office/officeart/2018/5/layout/CenteredIconLabelDescriptionList"/>
    <dgm:cxn modelId="{2133B13F-7EF0-4685-BCB1-2B9FE6E82C3E}" type="presParOf" srcId="{6E9297AE-4047-4394-A4A1-6EB166195165}" destId="{A710F85F-FDB1-4C90-9CFA-29154E9F8B2F}" srcOrd="4" destOrd="0" presId="urn:microsoft.com/office/officeart/2018/5/layout/CenteredIconLabelDescriptionList"/>
    <dgm:cxn modelId="{AF33F879-6102-4DB3-BC3E-C8F6FBE447DF}" type="presParOf" srcId="{4A826098-EE4B-452F-94A0-421A0DC0F3D3}" destId="{352CDAFD-DF28-4489-B00A-57A84E9D46E5}" srcOrd="5" destOrd="0" presId="urn:microsoft.com/office/officeart/2018/5/layout/CenteredIconLabelDescriptionList"/>
    <dgm:cxn modelId="{6C1964D5-6756-4408-A372-B4F6FA46416D}" type="presParOf" srcId="{4A826098-EE4B-452F-94A0-421A0DC0F3D3}" destId="{272A54E1-9D95-46C0-BE32-B18C5233BE4A}" srcOrd="6" destOrd="0" presId="urn:microsoft.com/office/officeart/2018/5/layout/CenteredIconLabelDescriptionList"/>
    <dgm:cxn modelId="{387C739B-B82F-4E85-B3B8-B8BB9E3B72CA}" type="presParOf" srcId="{272A54E1-9D95-46C0-BE32-B18C5233BE4A}" destId="{DABB39FA-A180-4C83-8E41-FE4CF1685A5C}" srcOrd="0" destOrd="0" presId="urn:microsoft.com/office/officeart/2018/5/layout/CenteredIconLabelDescriptionList"/>
    <dgm:cxn modelId="{30C98A92-D515-4298-8927-F3EB272EC230}" type="presParOf" srcId="{272A54E1-9D95-46C0-BE32-B18C5233BE4A}" destId="{7D9025B4-7088-4FFF-9268-50EDE9A50EB2}" srcOrd="1" destOrd="0" presId="urn:microsoft.com/office/officeart/2018/5/layout/CenteredIconLabelDescriptionList"/>
    <dgm:cxn modelId="{48ADF6C2-E112-4DD8-8DE7-3D0568A3CD8E}" type="presParOf" srcId="{272A54E1-9D95-46C0-BE32-B18C5233BE4A}" destId="{A7AA43B0-721D-4BB0-B160-03A18A0F704E}" srcOrd="2" destOrd="0" presId="urn:microsoft.com/office/officeart/2018/5/layout/CenteredIconLabelDescriptionList"/>
    <dgm:cxn modelId="{BE837473-7C2E-4EFF-A1BE-C5930B17B443}" type="presParOf" srcId="{272A54E1-9D95-46C0-BE32-B18C5233BE4A}" destId="{2A3B87FC-5D15-443D-9536-2C022367DD61}" srcOrd="3" destOrd="0" presId="urn:microsoft.com/office/officeart/2018/5/layout/CenteredIconLabelDescriptionList"/>
    <dgm:cxn modelId="{A10086F1-D678-459B-B19B-2CA2DFDDBA14}" type="presParOf" srcId="{272A54E1-9D95-46C0-BE32-B18C5233BE4A}" destId="{DABE9A27-BCC0-4D4F-AEEF-2310E987E1E7}" srcOrd="4" destOrd="0" presId="urn:microsoft.com/office/officeart/2018/5/layout/CenteredIconLabelDescriptionList"/>
    <dgm:cxn modelId="{3F7DB408-BBED-45DB-95A4-0C02382FCE35}" type="presParOf" srcId="{4A826098-EE4B-452F-94A0-421A0DC0F3D3}" destId="{CEC25D58-2519-460A-B029-F5E33AAC3E4B}" srcOrd="7" destOrd="0" presId="urn:microsoft.com/office/officeart/2018/5/layout/CenteredIconLabelDescriptionList"/>
    <dgm:cxn modelId="{3AA9E0C4-04EB-4E7B-A75A-73CC456B226B}" type="presParOf" srcId="{4A826098-EE4B-452F-94A0-421A0DC0F3D3}" destId="{51B6AFD5-BB79-4363-B806-4817C3A6AFA8}" srcOrd="8" destOrd="0" presId="urn:microsoft.com/office/officeart/2018/5/layout/CenteredIconLabelDescriptionList"/>
    <dgm:cxn modelId="{7772C360-7D7E-46CC-A721-8B088F424CCB}" type="presParOf" srcId="{51B6AFD5-BB79-4363-B806-4817C3A6AFA8}" destId="{03F1B553-E57F-465A-8730-7D3F88FFB907}" srcOrd="0" destOrd="0" presId="urn:microsoft.com/office/officeart/2018/5/layout/CenteredIconLabelDescriptionList"/>
    <dgm:cxn modelId="{CB9BEDB3-6FD3-4278-8CDC-04126F73C26C}" type="presParOf" srcId="{51B6AFD5-BB79-4363-B806-4817C3A6AFA8}" destId="{19FE9809-E26D-40FE-998B-EC446487DD6C}" srcOrd="1" destOrd="0" presId="urn:microsoft.com/office/officeart/2018/5/layout/CenteredIconLabelDescriptionList"/>
    <dgm:cxn modelId="{1FFDB490-0143-4159-8EE6-8F1131197DFA}" type="presParOf" srcId="{51B6AFD5-BB79-4363-B806-4817C3A6AFA8}" destId="{DE5A2990-731A-4D83-9AA4-B0A19409392B}" srcOrd="2" destOrd="0" presId="urn:microsoft.com/office/officeart/2018/5/layout/CenteredIconLabelDescriptionList"/>
    <dgm:cxn modelId="{3A2D27FE-85D0-4F1E-B582-7DE071ED412A}" type="presParOf" srcId="{51B6AFD5-BB79-4363-B806-4817C3A6AFA8}" destId="{D1C51A2F-F4CC-4DF8-85CF-60895EA6B08F}" srcOrd="3" destOrd="0" presId="urn:microsoft.com/office/officeart/2018/5/layout/CenteredIconLabelDescriptionList"/>
    <dgm:cxn modelId="{2774D647-CBAD-42D3-9A40-19098AC44CB2}" type="presParOf" srcId="{51B6AFD5-BB79-4363-B806-4817C3A6AFA8}" destId="{87260903-B690-4F3C-B373-54C40D3791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D3EB804-DCDA-4A0A-9AB8-3959820ACD0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724B66-219C-4094-9237-B9B5064EB49B}">
      <dgm:prSet/>
      <dgm:spPr/>
      <dgm:t>
        <a:bodyPr/>
        <a:lstStyle/>
        <a:p>
          <a:r>
            <a:rPr lang="it-IT" b="0" i="0"/>
            <a:t>Il dominio di </a:t>
          </a:r>
          <a:r>
            <a:rPr lang="it-IT" b="1" i="0"/>
            <a:t>ogni parametro</a:t>
          </a:r>
          <a:r>
            <a:rPr lang="it-IT" b="0" i="0"/>
            <a:t> è partizionato in </a:t>
          </a:r>
          <a:r>
            <a:rPr lang="it-IT" b="1" i="0"/>
            <a:t>classi di equivalenza</a:t>
          </a:r>
          <a:r>
            <a:rPr lang="it-IT" b="0" i="0"/>
            <a:t> valide e non valide</a:t>
          </a:r>
          <a:endParaRPr lang="en-US"/>
        </a:p>
      </dgm:t>
    </dgm:pt>
    <dgm:pt modelId="{93E3ACC8-8E2F-478D-A141-D228E9E17803}" type="parTrans" cxnId="{BAB9FC31-B6DF-47D9-871E-78C98A021365}">
      <dgm:prSet/>
      <dgm:spPr/>
      <dgm:t>
        <a:bodyPr/>
        <a:lstStyle/>
        <a:p>
          <a:endParaRPr lang="en-US"/>
        </a:p>
      </dgm:t>
    </dgm:pt>
    <dgm:pt modelId="{9AA45438-1E11-44F9-86BF-5E283C144473}" type="sibTrans" cxnId="{BAB9FC31-B6DF-47D9-871E-78C98A021365}">
      <dgm:prSet/>
      <dgm:spPr/>
      <dgm:t>
        <a:bodyPr/>
        <a:lstStyle/>
        <a:p>
          <a:endParaRPr lang="en-US"/>
        </a:p>
      </dgm:t>
    </dgm:pt>
    <dgm:pt modelId="{4DECFBDB-D16B-4BA6-9288-A498F1F7D3EB}">
      <dgm:prSet/>
      <dgm:spPr/>
      <dgm:t>
        <a:bodyPr/>
        <a:lstStyle/>
        <a:p>
          <a:r>
            <a:rPr lang="it-IT" b="1" i="0"/>
            <a:t>Criterio di combinazione each-choice:</a:t>
          </a:r>
          <a:r>
            <a:rPr lang="it-IT" b="0" i="0"/>
            <a:t> ogni classe compare in almeno un test</a:t>
          </a:r>
          <a:endParaRPr lang="en-US"/>
        </a:p>
      </dgm:t>
    </dgm:pt>
    <dgm:pt modelId="{BDB9ACE3-471D-42C9-AA2E-5B85A7305302}" type="parTrans" cxnId="{49319687-B80C-4EC4-B1DD-A066CF29E673}">
      <dgm:prSet/>
      <dgm:spPr/>
      <dgm:t>
        <a:bodyPr/>
        <a:lstStyle/>
        <a:p>
          <a:endParaRPr lang="en-US"/>
        </a:p>
      </dgm:t>
    </dgm:pt>
    <dgm:pt modelId="{0F8863BB-A4A6-47AC-A65A-AEB622759BD4}" type="sibTrans" cxnId="{49319687-B80C-4EC4-B1DD-A066CF29E673}">
      <dgm:prSet/>
      <dgm:spPr/>
      <dgm:t>
        <a:bodyPr/>
        <a:lstStyle/>
        <a:p>
          <a:endParaRPr lang="en-US"/>
        </a:p>
      </dgm:t>
    </dgm:pt>
    <dgm:pt modelId="{36D8D393-EA4C-46CF-8A9E-3F46C13EFE9A}">
      <dgm:prSet/>
      <dgm:spPr/>
      <dgm:t>
        <a:bodyPr/>
        <a:lstStyle/>
        <a:p>
          <a:r>
            <a:rPr lang="it-IT" b="0" i="0"/>
            <a:t>vs all-combinations: oltre 100 combinazioni per assignIssueToUser, in gran parte ridondanti</a:t>
          </a:r>
          <a:endParaRPr lang="en-US"/>
        </a:p>
      </dgm:t>
    </dgm:pt>
    <dgm:pt modelId="{4E71C822-16D6-4290-A33C-D695C032ACE1}" type="parTrans" cxnId="{1CA3B6B9-6FD7-4580-B695-4686B93685CA}">
      <dgm:prSet/>
      <dgm:spPr/>
      <dgm:t>
        <a:bodyPr/>
        <a:lstStyle/>
        <a:p>
          <a:endParaRPr lang="en-US"/>
        </a:p>
      </dgm:t>
    </dgm:pt>
    <dgm:pt modelId="{2C52782A-D8C3-4FF7-96DD-91E9BA1C267E}" type="sibTrans" cxnId="{1CA3B6B9-6FD7-4580-B695-4686B93685CA}">
      <dgm:prSet/>
      <dgm:spPr/>
      <dgm:t>
        <a:bodyPr/>
        <a:lstStyle/>
        <a:p>
          <a:endParaRPr lang="en-US"/>
        </a:p>
      </dgm:t>
    </dgm:pt>
    <dgm:pt modelId="{7746C711-78ED-4349-B0B4-6CE0D32B032C}">
      <dgm:prSet/>
      <dgm:spPr/>
      <dgm:t>
        <a:bodyPr/>
        <a:lstStyle/>
        <a:p>
          <a:r>
            <a:rPr lang="it-IT" b="1" i="0"/>
            <a:t>Esempio — assignIssueToUser, 5 parametri / 13 classi:</a:t>
          </a:r>
          <a:r>
            <a:rPr lang="it-IT" b="0" i="0"/>
            <a:t> issueId {esiste, no} · userEmail {USER, inesistente, non-USER} · expiringDate {null, valorizzata} · expectedVersion {null, uguale, diversa} · adminSID {admin, nulla, non-admin}</a:t>
          </a:r>
          <a:endParaRPr lang="en-US"/>
        </a:p>
      </dgm:t>
    </dgm:pt>
    <dgm:pt modelId="{CA23CEC2-CE44-41AA-8FD1-C639D02962F6}" type="parTrans" cxnId="{4371018F-82B7-4648-9BF8-FA84BCF41786}">
      <dgm:prSet/>
      <dgm:spPr/>
      <dgm:t>
        <a:bodyPr/>
        <a:lstStyle/>
        <a:p>
          <a:endParaRPr lang="en-US"/>
        </a:p>
      </dgm:t>
    </dgm:pt>
    <dgm:pt modelId="{A7CE51A3-8273-4A68-8312-7625F1B00FEB}" type="sibTrans" cxnId="{4371018F-82B7-4648-9BF8-FA84BCF41786}">
      <dgm:prSet/>
      <dgm:spPr/>
      <dgm:t>
        <a:bodyPr/>
        <a:lstStyle/>
        <a:p>
          <a:endParaRPr lang="en-US"/>
        </a:p>
      </dgm:t>
    </dgm:pt>
    <dgm:pt modelId="{9A605A2B-D0C2-4927-BE93-A1E2C019244F}">
      <dgm:prSet/>
      <dgm:spPr/>
      <dgm:t>
        <a:bodyPr/>
        <a:lstStyle/>
        <a:p>
          <a:r>
            <a:rPr lang="it-IT" b="1" i="0"/>
            <a:t>Limite dichiarato — masking:</a:t>
          </a:r>
          <a:r>
            <a:rPr lang="it-IT" b="0" i="0"/>
            <a:t> combinando più classi non valide, la prima eccezione maschera le altre</a:t>
          </a:r>
          <a:endParaRPr lang="en-US"/>
        </a:p>
      </dgm:t>
    </dgm:pt>
    <dgm:pt modelId="{62155A53-7F21-471B-A156-DCDFA2A79431}" type="parTrans" cxnId="{18441386-B624-491E-9A9B-E8BE0EA76E3C}">
      <dgm:prSet/>
      <dgm:spPr/>
      <dgm:t>
        <a:bodyPr/>
        <a:lstStyle/>
        <a:p>
          <a:endParaRPr lang="en-US"/>
        </a:p>
      </dgm:t>
    </dgm:pt>
    <dgm:pt modelId="{7A07E165-41E7-482C-B57C-B124615FF5C3}" type="sibTrans" cxnId="{18441386-B624-491E-9A9B-E8BE0EA76E3C}">
      <dgm:prSet/>
      <dgm:spPr/>
      <dgm:t>
        <a:bodyPr/>
        <a:lstStyle/>
        <a:p>
          <a:endParaRPr lang="en-US"/>
        </a:p>
      </dgm:t>
    </dgm:pt>
    <dgm:pt modelId="{8B3B4428-6BEF-4CF2-9AAC-380CE86DC2FE}">
      <dgm:prSet/>
      <dgm:spPr/>
      <dgm:t>
        <a:bodyPr/>
        <a:lstStyle/>
        <a:p>
          <a:r>
            <a:rPr lang="it-IT" b="0" i="0"/>
            <a:t>documentato caso per caso e </a:t>
          </a:r>
          <a:r>
            <a:rPr lang="it-IT" b="1" i="0"/>
            <a:t>compensato dal white-box</a:t>
          </a:r>
          <a:endParaRPr lang="en-US"/>
        </a:p>
      </dgm:t>
    </dgm:pt>
    <dgm:pt modelId="{708D9CBD-69B5-4B66-8B2D-FECDB7696DCD}" type="parTrans" cxnId="{EA9F2554-BBE5-48B3-B47F-600345F11E0F}">
      <dgm:prSet/>
      <dgm:spPr/>
      <dgm:t>
        <a:bodyPr/>
        <a:lstStyle/>
        <a:p>
          <a:endParaRPr lang="en-US"/>
        </a:p>
      </dgm:t>
    </dgm:pt>
    <dgm:pt modelId="{F59095AB-008B-4166-B208-4777814B3B54}" type="sibTrans" cxnId="{EA9F2554-BBE5-48B3-B47F-600345F11E0F}">
      <dgm:prSet/>
      <dgm:spPr/>
      <dgm:t>
        <a:bodyPr/>
        <a:lstStyle/>
        <a:p>
          <a:endParaRPr lang="en-US"/>
        </a:p>
      </dgm:t>
    </dgm:pt>
    <dgm:pt modelId="{07A974A8-6F70-433D-B6E1-10A33FC358F2}" type="pres">
      <dgm:prSet presAssocID="{CD3EB804-DCDA-4A0A-9AB8-3959820ACD0C}" presName="linear" presStyleCnt="0">
        <dgm:presLayoutVars>
          <dgm:animLvl val="lvl"/>
          <dgm:resizeHandles val="exact"/>
        </dgm:presLayoutVars>
      </dgm:prSet>
      <dgm:spPr/>
    </dgm:pt>
    <dgm:pt modelId="{50456171-6B15-4145-A4D7-193AC7DD52B2}" type="pres">
      <dgm:prSet presAssocID="{52724B66-219C-4094-9237-B9B5064EB4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D27CB86-B2E6-4EB7-ACDE-7EF9EEE24FD8}" type="pres">
      <dgm:prSet presAssocID="{9AA45438-1E11-44F9-86BF-5E283C144473}" presName="spacer" presStyleCnt="0"/>
      <dgm:spPr/>
    </dgm:pt>
    <dgm:pt modelId="{4E6B9943-22FE-45BB-B2DE-FA7CF25131F3}" type="pres">
      <dgm:prSet presAssocID="{4DECFBDB-D16B-4BA6-9288-A498F1F7D3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6F678C-59C7-4501-A85F-78CD1162604B}" type="pres">
      <dgm:prSet presAssocID="{4DECFBDB-D16B-4BA6-9288-A498F1F7D3EB}" presName="childText" presStyleLbl="revTx" presStyleIdx="0" presStyleCnt="2">
        <dgm:presLayoutVars>
          <dgm:bulletEnabled val="1"/>
        </dgm:presLayoutVars>
      </dgm:prSet>
      <dgm:spPr/>
    </dgm:pt>
    <dgm:pt modelId="{A8F4AD25-4234-4EC3-B2F2-2D382DFBA20B}" type="pres">
      <dgm:prSet presAssocID="{7746C711-78ED-4349-B0B4-6CE0D32B03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6ED2B4-D933-41EA-8DB3-F12FB7A0F7D1}" type="pres">
      <dgm:prSet presAssocID="{A7CE51A3-8273-4A68-8312-7625F1B00FEB}" presName="spacer" presStyleCnt="0"/>
      <dgm:spPr/>
    </dgm:pt>
    <dgm:pt modelId="{65D3DB12-01DA-4EDB-9B5A-35416C6A7C20}" type="pres">
      <dgm:prSet presAssocID="{9A605A2B-D0C2-4927-BE93-A1E2C019244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335C5D3-AF99-4E64-8BD4-57620B56EE47}" type="pres">
      <dgm:prSet presAssocID="{9A605A2B-D0C2-4927-BE93-A1E2C019244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AB9FC31-B6DF-47D9-871E-78C98A021365}" srcId="{CD3EB804-DCDA-4A0A-9AB8-3959820ACD0C}" destId="{52724B66-219C-4094-9237-B9B5064EB49B}" srcOrd="0" destOrd="0" parTransId="{93E3ACC8-8E2F-478D-A141-D228E9E17803}" sibTransId="{9AA45438-1E11-44F9-86BF-5E283C144473}"/>
    <dgm:cxn modelId="{B95F9738-A742-453B-81A8-981EBBE2656E}" type="presOf" srcId="{8B3B4428-6BEF-4CF2-9AAC-380CE86DC2FE}" destId="{1335C5D3-AF99-4E64-8BD4-57620B56EE47}" srcOrd="0" destOrd="0" presId="urn:microsoft.com/office/officeart/2005/8/layout/vList2"/>
    <dgm:cxn modelId="{B5F31C4A-591E-41AF-9C95-8B8F3437CB59}" type="presOf" srcId="{36D8D393-EA4C-46CF-8A9E-3F46C13EFE9A}" destId="{9A6F678C-59C7-4501-A85F-78CD1162604B}" srcOrd="0" destOrd="0" presId="urn:microsoft.com/office/officeart/2005/8/layout/vList2"/>
    <dgm:cxn modelId="{EA9F2554-BBE5-48B3-B47F-600345F11E0F}" srcId="{9A605A2B-D0C2-4927-BE93-A1E2C019244F}" destId="{8B3B4428-6BEF-4CF2-9AAC-380CE86DC2FE}" srcOrd="0" destOrd="0" parTransId="{708D9CBD-69B5-4B66-8B2D-FECDB7696DCD}" sibTransId="{F59095AB-008B-4166-B208-4777814B3B54}"/>
    <dgm:cxn modelId="{E03B8A55-7D98-4474-AC3F-BD5536AE450C}" type="presOf" srcId="{4DECFBDB-D16B-4BA6-9288-A498F1F7D3EB}" destId="{4E6B9943-22FE-45BB-B2DE-FA7CF25131F3}" srcOrd="0" destOrd="0" presId="urn:microsoft.com/office/officeart/2005/8/layout/vList2"/>
    <dgm:cxn modelId="{18441386-B624-491E-9A9B-E8BE0EA76E3C}" srcId="{CD3EB804-DCDA-4A0A-9AB8-3959820ACD0C}" destId="{9A605A2B-D0C2-4927-BE93-A1E2C019244F}" srcOrd="3" destOrd="0" parTransId="{62155A53-7F21-471B-A156-DCDFA2A79431}" sibTransId="{7A07E165-41E7-482C-B57C-B124615FF5C3}"/>
    <dgm:cxn modelId="{49319687-B80C-4EC4-B1DD-A066CF29E673}" srcId="{CD3EB804-DCDA-4A0A-9AB8-3959820ACD0C}" destId="{4DECFBDB-D16B-4BA6-9288-A498F1F7D3EB}" srcOrd="1" destOrd="0" parTransId="{BDB9ACE3-471D-42C9-AA2E-5B85A7305302}" sibTransId="{0F8863BB-A4A6-47AC-A65A-AEB622759BD4}"/>
    <dgm:cxn modelId="{4371018F-82B7-4648-9BF8-FA84BCF41786}" srcId="{CD3EB804-DCDA-4A0A-9AB8-3959820ACD0C}" destId="{7746C711-78ED-4349-B0B4-6CE0D32B032C}" srcOrd="2" destOrd="0" parTransId="{CA23CEC2-CE44-41AA-8FD1-C639D02962F6}" sibTransId="{A7CE51A3-8273-4A68-8312-7625F1B00FEB}"/>
    <dgm:cxn modelId="{1CA3B6B9-6FD7-4580-B695-4686B93685CA}" srcId="{4DECFBDB-D16B-4BA6-9288-A498F1F7D3EB}" destId="{36D8D393-EA4C-46CF-8A9E-3F46C13EFE9A}" srcOrd="0" destOrd="0" parTransId="{4E71C822-16D6-4290-A33C-D695C032ACE1}" sibTransId="{2C52782A-D8C3-4FF7-96DD-91E9BA1C267E}"/>
    <dgm:cxn modelId="{ED8588BC-9D2F-4DD7-9AB2-135D7D5C3B47}" type="presOf" srcId="{7746C711-78ED-4349-B0B4-6CE0D32B032C}" destId="{A8F4AD25-4234-4EC3-B2F2-2D382DFBA20B}" srcOrd="0" destOrd="0" presId="urn:microsoft.com/office/officeart/2005/8/layout/vList2"/>
    <dgm:cxn modelId="{D1424ACF-4CCB-4413-BA12-CD691597B0EB}" type="presOf" srcId="{CD3EB804-DCDA-4A0A-9AB8-3959820ACD0C}" destId="{07A974A8-6F70-433D-B6E1-10A33FC358F2}" srcOrd="0" destOrd="0" presId="urn:microsoft.com/office/officeart/2005/8/layout/vList2"/>
    <dgm:cxn modelId="{F03861D2-6572-4FDD-BEEF-58DD4B55D040}" type="presOf" srcId="{9A605A2B-D0C2-4927-BE93-A1E2C019244F}" destId="{65D3DB12-01DA-4EDB-9B5A-35416C6A7C20}" srcOrd="0" destOrd="0" presId="urn:microsoft.com/office/officeart/2005/8/layout/vList2"/>
    <dgm:cxn modelId="{1C4CD3D4-2FB0-4272-A7B2-5E9B7F6CFC15}" type="presOf" srcId="{52724B66-219C-4094-9237-B9B5064EB49B}" destId="{50456171-6B15-4145-A4D7-193AC7DD52B2}" srcOrd="0" destOrd="0" presId="urn:microsoft.com/office/officeart/2005/8/layout/vList2"/>
    <dgm:cxn modelId="{011D8E6E-55EA-4EA7-883C-781AC32404AC}" type="presParOf" srcId="{07A974A8-6F70-433D-B6E1-10A33FC358F2}" destId="{50456171-6B15-4145-A4D7-193AC7DD52B2}" srcOrd="0" destOrd="0" presId="urn:microsoft.com/office/officeart/2005/8/layout/vList2"/>
    <dgm:cxn modelId="{B6628B4A-80A8-4199-BC33-DDC10BED4B0F}" type="presParOf" srcId="{07A974A8-6F70-433D-B6E1-10A33FC358F2}" destId="{5D27CB86-B2E6-4EB7-ACDE-7EF9EEE24FD8}" srcOrd="1" destOrd="0" presId="urn:microsoft.com/office/officeart/2005/8/layout/vList2"/>
    <dgm:cxn modelId="{53840AA5-6D6A-4500-9439-64C6D6B91B8F}" type="presParOf" srcId="{07A974A8-6F70-433D-B6E1-10A33FC358F2}" destId="{4E6B9943-22FE-45BB-B2DE-FA7CF25131F3}" srcOrd="2" destOrd="0" presId="urn:microsoft.com/office/officeart/2005/8/layout/vList2"/>
    <dgm:cxn modelId="{432D9742-12F7-468D-B66F-A1BB34C51975}" type="presParOf" srcId="{07A974A8-6F70-433D-B6E1-10A33FC358F2}" destId="{9A6F678C-59C7-4501-A85F-78CD1162604B}" srcOrd="3" destOrd="0" presId="urn:microsoft.com/office/officeart/2005/8/layout/vList2"/>
    <dgm:cxn modelId="{44FA0477-AADA-4DDD-A51C-8D21B2DF4C73}" type="presParOf" srcId="{07A974A8-6F70-433D-B6E1-10A33FC358F2}" destId="{A8F4AD25-4234-4EC3-B2F2-2D382DFBA20B}" srcOrd="4" destOrd="0" presId="urn:microsoft.com/office/officeart/2005/8/layout/vList2"/>
    <dgm:cxn modelId="{6A58DFB4-6D2B-4B6A-893F-7F36C4C6F501}" type="presParOf" srcId="{07A974A8-6F70-433D-B6E1-10A33FC358F2}" destId="{3D6ED2B4-D933-41EA-8DB3-F12FB7A0F7D1}" srcOrd="5" destOrd="0" presId="urn:microsoft.com/office/officeart/2005/8/layout/vList2"/>
    <dgm:cxn modelId="{E8798620-D096-40DE-8862-5DBFEDD74CC9}" type="presParOf" srcId="{07A974A8-6F70-433D-B6E1-10A33FC358F2}" destId="{65D3DB12-01DA-4EDB-9B5A-35416C6A7C20}" srcOrd="6" destOrd="0" presId="urn:microsoft.com/office/officeart/2005/8/layout/vList2"/>
    <dgm:cxn modelId="{DD59C90F-C279-4A44-B841-9C6B9FC3EA9D}" type="presParOf" srcId="{07A974A8-6F70-433D-B6E1-10A33FC358F2}" destId="{1335C5D3-AF99-4E64-8BD4-57620B56EE4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3C1E548-954A-4AB7-B47F-395B21FFAF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50D37DC-8B27-4E33-8FEB-FA336DB6FC1C}">
      <dgm:prSet/>
      <dgm:spPr/>
      <dgm:t>
        <a:bodyPr/>
        <a:lstStyle/>
        <a:p>
          <a:pPr>
            <a:defRPr b="1"/>
          </a:pPr>
          <a:r>
            <a:rPr lang="it-IT" b="1" i="0"/>
            <a:t>Criterio adottato: condition coverage completa</a:t>
          </a:r>
          <a:r>
            <a:rPr lang="it-IT" b="0" i="0"/>
            <a:t> — ogni condizione atomica valutata a vero e a falso almeno una volta</a:t>
          </a:r>
          <a:endParaRPr lang="en-US"/>
        </a:p>
      </dgm:t>
    </dgm:pt>
    <dgm:pt modelId="{C47B9E6F-8A51-4717-AB28-3DCA738CD6A1}" type="parTrans" cxnId="{BA0B1243-8B10-4FAE-94B3-4C118C409ECD}">
      <dgm:prSet/>
      <dgm:spPr/>
      <dgm:t>
        <a:bodyPr/>
        <a:lstStyle/>
        <a:p>
          <a:endParaRPr lang="en-US"/>
        </a:p>
      </dgm:t>
    </dgm:pt>
    <dgm:pt modelId="{5CBBB332-FB67-48C9-96D6-117F624FBB68}" type="sibTrans" cxnId="{BA0B1243-8B10-4FAE-94B3-4C118C409ECD}">
      <dgm:prSet/>
      <dgm:spPr/>
      <dgm:t>
        <a:bodyPr/>
        <a:lstStyle/>
        <a:p>
          <a:endParaRPr lang="en-US"/>
        </a:p>
      </dgm:t>
    </dgm:pt>
    <dgm:pt modelId="{09852EDD-3FC4-40AE-B6F2-851B0B6C2B99}">
      <dgm:prSet/>
      <dgm:spPr/>
      <dgm:t>
        <a:bodyPr/>
        <a:lstStyle/>
        <a:p>
          <a:r>
            <a:rPr lang="it-IT" b="0" i="0"/>
            <a:t>implica la copertura di istruzioni e rami (criteri più deboli)</a:t>
          </a:r>
          <a:endParaRPr lang="en-US"/>
        </a:p>
      </dgm:t>
    </dgm:pt>
    <dgm:pt modelId="{05C6F2D1-5A95-4086-928A-1DDF6EFB6B0F}" type="parTrans" cxnId="{278A1808-001C-4EE9-8DEE-3E6580477A22}">
      <dgm:prSet/>
      <dgm:spPr/>
      <dgm:t>
        <a:bodyPr/>
        <a:lstStyle/>
        <a:p>
          <a:endParaRPr lang="en-US"/>
        </a:p>
      </dgm:t>
    </dgm:pt>
    <dgm:pt modelId="{DC6E2974-69A4-46B2-B7E1-F1BF3EA8E87F}" type="sibTrans" cxnId="{278A1808-001C-4EE9-8DEE-3E6580477A22}">
      <dgm:prSet/>
      <dgm:spPr/>
      <dgm:t>
        <a:bodyPr/>
        <a:lstStyle/>
        <a:p>
          <a:endParaRPr lang="en-US"/>
        </a:p>
      </dgm:t>
    </dgm:pt>
    <dgm:pt modelId="{E70A19E2-7141-406B-B2F8-2C061310AE14}">
      <dgm:prSet/>
      <dgm:spPr/>
      <dgm:t>
        <a:bodyPr/>
        <a:lstStyle/>
        <a:p>
          <a:pPr>
            <a:defRPr b="1"/>
          </a:pPr>
          <a:r>
            <a:rPr lang="it-IT" b="1" i="0"/>
            <a:t>Tracciabilità totale:</a:t>
          </a:r>
          <a:r>
            <a:rPr lang="it-IT" b="0" i="0"/>
            <a:t> per ogni condizione, la tabella indica il test che la rende vera e quello che la rende falsa</a:t>
          </a:r>
          <a:endParaRPr lang="en-US"/>
        </a:p>
      </dgm:t>
    </dgm:pt>
    <dgm:pt modelId="{44A9FBF4-4A45-4114-B13F-4CB5DE14DB90}" type="parTrans" cxnId="{03EF2AFD-9956-42E9-93B1-9DA312CF6132}">
      <dgm:prSet/>
      <dgm:spPr/>
      <dgm:t>
        <a:bodyPr/>
        <a:lstStyle/>
        <a:p>
          <a:endParaRPr lang="en-US"/>
        </a:p>
      </dgm:t>
    </dgm:pt>
    <dgm:pt modelId="{F5A128C9-BD6E-4DBA-B232-145332BEC8F6}" type="sibTrans" cxnId="{03EF2AFD-9956-42E9-93B1-9DA312CF6132}">
      <dgm:prSet/>
      <dgm:spPr/>
      <dgm:t>
        <a:bodyPr/>
        <a:lstStyle/>
        <a:p>
          <a:endParaRPr lang="en-US"/>
        </a:p>
      </dgm:t>
    </dgm:pt>
    <dgm:pt modelId="{3FA81FFC-F960-4E55-9E8F-1E4F255447BC}">
      <dgm:prSet/>
      <dgm:spPr/>
      <dgm:t>
        <a:bodyPr/>
        <a:lstStyle/>
        <a:p>
          <a:pPr>
            <a:defRPr b="1"/>
          </a:pPr>
          <a:r>
            <a:rPr lang="it-IT" b="1" i="0"/>
            <a:t>30 test strutturali:</a:t>
          </a:r>
          <a:r>
            <a:rPr lang="it-IT" b="0" i="0"/>
            <a:t> 12 su assignIssueToUser · 13 su aggiungiCommento · 5 su deleteUser</a:t>
          </a:r>
          <a:endParaRPr lang="en-US"/>
        </a:p>
      </dgm:t>
    </dgm:pt>
    <dgm:pt modelId="{CD3DB4EA-DEBE-4861-9D5E-67F16C4AC8AD}" type="parTrans" cxnId="{C40F5C8B-84E3-4A70-9538-E0A3FB2CDE26}">
      <dgm:prSet/>
      <dgm:spPr/>
      <dgm:t>
        <a:bodyPr/>
        <a:lstStyle/>
        <a:p>
          <a:endParaRPr lang="en-US"/>
        </a:p>
      </dgm:t>
    </dgm:pt>
    <dgm:pt modelId="{873518DC-FB71-48EE-8305-CC686D84B2F4}" type="sibTrans" cxnId="{C40F5C8B-84E3-4A70-9538-E0A3FB2CDE26}">
      <dgm:prSet/>
      <dgm:spPr/>
      <dgm:t>
        <a:bodyPr/>
        <a:lstStyle/>
        <a:p>
          <a:endParaRPr lang="en-US"/>
        </a:p>
      </dgm:t>
    </dgm:pt>
    <dgm:pt modelId="{E4D422E6-C6CB-447E-A209-03149E49B2A5}">
      <dgm:prSet/>
      <dgm:spPr/>
      <dgm:t>
        <a:bodyPr/>
        <a:lstStyle/>
        <a:p>
          <a:pPr>
            <a:defRPr b="1"/>
          </a:pPr>
          <a:r>
            <a:rPr lang="it-IT" b="1" i="0"/>
            <a:t>Copre ciò che il black-box non raggiunge:</a:t>
          </a:r>
          <a:r>
            <a:rPr lang="it-IT" b="0" i="0"/>
            <a:t> lo stato interno degli oggetti (stato della issue, ownership) e le classi mascherate (expectedVersion)</a:t>
          </a:r>
          <a:endParaRPr lang="en-US"/>
        </a:p>
      </dgm:t>
    </dgm:pt>
    <dgm:pt modelId="{8D33BE27-5989-4986-9B45-42DB1102C047}" type="parTrans" cxnId="{7F1A6C0B-7412-4BA2-B7AC-2E51EE05F199}">
      <dgm:prSet/>
      <dgm:spPr/>
      <dgm:t>
        <a:bodyPr/>
        <a:lstStyle/>
        <a:p>
          <a:endParaRPr lang="en-US"/>
        </a:p>
      </dgm:t>
    </dgm:pt>
    <dgm:pt modelId="{F9CD8481-F906-4F43-AF9E-6EB1FF1CF11B}" type="sibTrans" cxnId="{7F1A6C0B-7412-4BA2-B7AC-2E51EE05F199}">
      <dgm:prSet/>
      <dgm:spPr/>
      <dgm:t>
        <a:bodyPr/>
        <a:lstStyle/>
        <a:p>
          <a:endParaRPr lang="en-US"/>
        </a:p>
      </dgm:t>
    </dgm:pt>
    <dgm:pt modelId="{0FBFC688-9CC9-45DF-9C3A-AD23924D45D9}" type="pres">
      <dgm:prSet presAssocID="{D3C1E548-954A-4AB7-B47F-395B21FFAF77}" presName="linear" presStyleCnt="0">
        <dgm:presLayoutVars>
          <dgm:animLvl val="lvl"/>
          <dgm:resizeHandles val="exact"/>
        </dgm:presLayoutVars>
      </dgm:prSet>
      <dgm:spPr/>
    </dgm:pt>
    <dgm:pt modelId="{F191246F-0753-4C54-AFF7-4B8DD9F82E17}" type="pres">
      <dgm:prSet presAssocID="{050D37DC-8B27-4E33-8FEB-FA336DB6FC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AD5154-2989-49FB-B439-6B85C052D775}" type="pres">
      <dgm:prSet presAssocID="{050D37DC-8B27-4E33-8FEB-FA336DB6FC1C}" presName="childText" presStyleLbl="revTx" presStyleIdx="0" presStyleCnt="1">
        <dgm:presLayoutVars>
          <dgm:bulletEnabled val="1"/>
        </dgm:presLayoutVars>
      </dgm:prSet>
      <dgm:spPr/>
    </dgm:pt>
    <dgm:pt modelId="{B5A95D94-D53B-40AA-A8E1-4B4A042D7CCB}" type="pres">
      <dgm:prSet presAssocID="{E70A19E2-7141-406B-B2F8-2C061310AE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DFD43B-3646-4874-95BC-A37FF62DC76A}" type="pres">
      <dgm:prSet presAssocID="{F5A128C9-BD6E-4DBA-B232-145332BEC8F6}" presName="spacer" presStyleCnt="0"/>
      <dgm:spPr/>
    </dgm:pt>
    <dgm:pt modelId="{525C3401-BC63-454F-AFD6-47144CE3864A}" type="pres">
      <dgm:prSet presAssocID="{3FA81FFC-F960-4E55-9E8F-1E4F255447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95F3B44-22B0-4BC5-9085-BAE5C31512B3}" type="pres">
      <dgm:prSet presAssocID="{873518DC-FB71-48EE-8305-CC686D84B2F4}" presName="spacer" presStyleCnt="0"/>
      <dgm:spPr/>
    </dgm:pt>
    <dgm:pt modelId="{39440B27-DA23-4FF7-936F-8CA5415951FA}" type="pres">
      <dgm:prSet presAssocID="{E4D422E6-C6CB-447E-A209-03149E49B2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8A1808-001C-4EE9-8DEE-3E6580477A22}" srcId="{050D37DC-8B27-4E33-8FEB-FA336DB6FC1C}" destId="{09852EDD-3FC4-40AE-B6F2-851B0B6C2B99}" srcOrd="0" destOrd="0" parTransId="{05C6F2D1-5A95-4086-928A-1DDF6EFB6B0F}" sibTransId="{DC6E2974-69A4-46B2-B7E1-F1BF3EA8E87F}"/>
    <dgm:cxn modelId="{7F1A6C0B-7412-4BA2-B7AC-2E51EE05F199}" srcId="{D3C1E548-954A-4AB7-B47F-395B21FFAF77}" destId="{E4D422E6-C6CB-447E-A209-03149E49B2A5}" srcOrd="3" destOrd="0" parTransId="{8D33BE27-5989-4986-9B45-42DB1102C047}" sibTransId="{F9CD8481-F906-4F43-AF9E-6EB1FF1CF11B}"/>
    <dgm:cxn modelId="{81BB0311-F801-4F73-86A0-F32AAAAFA669}" type="presOf" srcId="{D3C1E548-954A-4AB7-B47F-395B21FFAF77}" destId="{0FBFC688-9CC9-45DF-9C3A-AD23924D45D9}" srcOrd="0" destOrd="0" presId="urn:microsoft.com/office/officeart/2005/8/layout/vList2"/>
    <dgm:cxn modelId="{BA0B1243-8B10-4FAE-94B3-4C118C409ECD}" srcId="{D3C1E548-954A-4AB7-B47F-395B21FFAF77}" destId="{050D37DC-8B27-4E33-8FEB-FA336DB6FC1C}" srcOrd="0" destOrd="0" parTransId="{C47B9E6F-8A51-4717-AB28-3DCA738CD6A1}" sibTransId="{5CBBB332-FB67-48C9-96D6-117F624FBB68}"/>
    <dgm:cxn modelId="{0B577550-44DA-4855-A48F-CE4DADB872AF}" type="presOf" srcId="{050D37DC-8B27-4E33-8FEB-FA336DB6FC1C}" destId="{F191246F-0753-4C54-AFF7-4B8DD9F82E17}" srcOrd="0" destOrd="0" presId="urn:microsoft.com/office/officeart/2005/8/layout/vList2"/>
    <dgm:cxn modelId="{8FC3947B-5871-4C1F-980A-B2244C887EEB}" type="presOf" srcId="{E70A19E2-7141-406B-B2F8-2C061310AE14}" destId="{B5A95D94-D53B-40AA-A8E1-4B4A042D7CCB}" srcOrd="0" destOrd="0" presId="urn:microsoft.com/office/officeart/2005/8/layout/vList2"/>
    <dgm:cxn modelId="{72659A86-CDD8-4071-994D-4E267E2FC2D5}" type="presOf" srcId="{09852EDD-3FC4-40AE-B6F2-851B0B6C2B99}" destId="{92AD5154-2989-49FB-B439-6B85C052D775}" srcOrd="0" destOrd="0" presId="urn:microsoft.com/office/officeart/2005/8/layout/vList2"/>
    <dgm:cxn modelId="{C40F5C8B-84E3-4A70-9538-E0A3FB2CDE26}" srcId="{D3C1E548-954A-4AB7-B47F-395B21FFAF77}" destId="{3FA81FFC-F960-4E55-9E8F-1E4F255447BC}" srcOrd="2" destOrd="0" parTransId="{CD3DB4EA-DEBE-4861-9D5E-67F16C4AC8AD}" sibTransId="{873518DC-FB71-48EE-8305-CC686D84B2F4}"/>
    <dgm:cxn modelId="{0C0B0191-3758-4592-A848-942EA543A79D}" type="presOf" srcId="{3FA81FFC-F960-4E55-9E8F-1E4F255447BC}" destId="{525C3401-BC63-454F-AFD6-47144CE3864A}" srcOrd="0" destOrd="0" presId="urn:microsoft.com/office/officeart/2005/8/layout/vList2"/>
    <dgm:cxn modelId="{19519CE5-045B-46FE-96B9-648C799B7967}" type="presOf" srcId="{E4D422E6-C6CB-447E-A209-03149E49B2A5}" destId="{39440B27-DA23-4FF7-936F-8CA5415951FA}" srcOrd="0" destOrd="0" presId="urn:microsoft.com/office/officeart/2005/8/layout/vList2"/>
    <dgm:cxn modelId="{03EF2AFD-9956-42E9-93B1-9DA312CF6132}" srcId="{D3C1E548-954A-4AB7-B47F-395B21FFAF77}" destId="{E70A19E2-7141-406B-B2F8-2C061310AE14}" srcOrd="1" destOrd="0" parTransId="{44A9FBF4-4A45-4114-B13F-4CB5DE14DB90}" sibTransId="{F5A128C9-BD6E-4DBA-B232-145332BEC8F6}"/>
    <dgm:cxn modelId="{A3E0A1AA-225E-4742-A4FB-A3E29ABB9FB9}" type="presParOf" srcId="{0FBFC688-9CC9-45DF-9C3A-AD23924D45D9}" destId="{F191246F-0753-4C54-AFF7-4B8DD9F82E17}" srcOrd="0" destOrd="0" presId="urn:microsoft.com/office/officeart/2005/8/layout/vList2"/>
    <dgm:cxn modelId="{04C7AE76-370E-4697-9F90-D150BCDA4BC2}" type="presParOf" srcId="{0FBFC688-9CC9-45DF-9C3A-AD23924D45D9}" destId="{92AD5154-2989-49FB-B439-6B85C052D775}" srcOrd="1" destOrd="0" presId="urn:microsoft.com/office/officeart/2005/8/layout/vList2"/>
    <dgm:cxn modelId="{21AE3A15-DDF5-47BE-AE49-67218AF5CE7C}" type="presParOf" srcId="{0FBFC688-9CC9-45DF-9C3A-AD23924D45D9}" destId="{B5A95D94-D53B-40AA-A8E1-4B4A042D7CCB}" srcOrd="2" destOrd="0" presId="urn:microsoft.com/office/officeart/2005/8/layout/vList2"/>
    <dgm:cxn modelId="{41E37DFE-936E-4E76-90A5-AD0C93312916}" type="presParOf" srcId="{0FBFC688-9CC9-45DF-9C3A-AD23924D45D9}" destId="{DDDFD43B-3646-4874-95BC-A37FF62DC76A}" srcOrd="3" destOrd="0" presId="urn:microsoft.com/office/officeart/2005/8/layout/vList2"/>
    <dgm:cxn modelId="{E901E91E-FEAA-4C80-B7FE-4A225C6707BF}" type="presParOf" srcId="{0FBFC688-9CC9-45DF-9C3A-AD23924D45D9}" destId="{525C3401-BC63-454F-AFD6-47144CE3864A}" srcOrd="4" destOrd="0" presId="urn:microsoft.com/office/officeart/2005/8/layout/vList2"/>
    <dgm:cxn modelId="{8FD7887F-A837-479C-A17D-B822739208FD}" type="presParOf" srcId="{0FBFC688-9CC9-45DF-9C3A-AD23924D45D9}" destId="{095F3B44-22B0-4BC5-9085-BAE5C31512B3}" srcOrd="5" destOrd="0" presId="urn:microsoft.com/office/officeart/2005/8/layout/vList2"/>
    <dgm:cxn modelId="{932B55C3-F047-4498-BCC5-F1C9BD95B8EA}" type="presParOf" srcId="{0FBFC688-9CC9-45DF-9C3A-AD23924D45D9}" destId="{39440B27-DA23-4FF7-936F-8CA5415951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CD8DB97-1FA1-4D94-A14E-CC57ED80EA3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3C886B-269E-4405-9420-CF3B1A913F5A}">
      <dgm:prSet/>
      <dgm:spPr/>
      <dgm:t>
        <a:bodyPr/>
        <a:lstStyle/>
        <a:p>
          <a:pPr>
            <a:defRPr b="1"/>
          </a:pPr>
          <a:r>
            <a:rPr lang="it-IT" b="1" i="0"/>
            <a:t>Dockerfile multi-stage</a:t>
          </a:r>
          <a:r>
            <a:rPr lang="it-IT" b="0" i="0"/>
            <a:t> per FE e BE: build separata dal runtime minimale (JRE · Nginx Alpine)</a:t>
          </a:r>
          <a:endParaRPr lang="en-US"/>
        </a:p>
      </dgm:t>
    </dgm:pt>
    <dgm:pt modelId="{FC660301-A211-46E7-91B6-B7A516B166FB}" type="parTrans" cxnId="{32D72F2C-D694-4593-83E6-430C8F3B298D}">
      <dgm:prSet/>
      <dgm:spPr/>
      <dgm:t>
        <a:bodyPr/>
        <a:lstStyle/>
        <a:p>
          <a:endParaRPr lang="en-US"/>
        </a:p>
      </dgm:t>
    </dgm:pt>
    <dgm:pt modelId="{884A83E2-E0A8-47BE-A2DE-E4CC5EF3204B}" type="sibTrans" cxnId="{32D72F2C-D694-4593-83E6-430C8F3B298D}">
      <dgm:prSet/>
      <dgm:spPr/>
      <dgm:t>
        <a:bodyPr/>
        <a:lstStyle/>
        <a:p>
          <a:endParaRPr lang="en-US"/>
        </a:p>
      </dgm:t>
    </dgm:pt>
    <dgm:pt modelId="{3E5B3169-C23D-4B42-8ECA-4DC0F18E43C2}">
      <dgm:prSet/>
      <dgm:spPr/>
      <dgm:t>
        <a:bodyPr/>
        <a:lstStyle/>
        <a:p>
          <a:r>
            <a:rPr lang="it-IT" b="0" i="0"/>
            <a:t>immagini leggere, superficie d’attacco ridotta</a:t>
          </a:r>
          <a:endParaRPr lang="en-US"/>
        </a:p>
      </dgm:t>
    </dgm:pt>
    <dgm:pt modelId="{2F84721C-3BFA-4D2F-8FEA-EF8BE2CEFF99}" type="parTrans" cxnId="{837EDC6E-F112-4494-B9D6-D166931CCD69}">
      <dgm:prSet/>
      <dgm:spPr/>
      <dgm:t>
        <a:bodyPr/>
        <a:lstStyle/>
        <a:p>
          <a:endParaRPr lang="en-US"/>
        </a:p>
      </dgm:t>
    </dgm:pt>
    <dgm:pt modelId="{05C2E1FC-5EB8-4594-83FB-838BBC0B3E43}" type="sibTrans" cxnId="{837EDC6E-F112-4494-B9D6-D166931CCD69}">
      <dgm:prSet/>
      <dgm:spPr/>
      <dgm:t>
        <a:bodyPr/>
        <a:lstStyle/>
        <a:p>
          <a:endParaRPr lang="en-US"/>
        </a:p>
      </dgm:t>
    </dgm:pt>
    <dgm:pt modelId="{4FDC5A8F-1C44-400A-BD90-7BF7A94CEAD5}">
      <dgm:prSet/>
      <dgm:spPr/>
      <dgm:t>
        <a:bodyPr/>
        <a:lstStyle/>
        <a:p>
          <a:pPr>
            <a:defRPr b="1"/>
          </a:pPr>
          <a:r>
            <a:rPr lang="it-IT" b="1" i="0"/>
            <a:t>Docker Compose in locale:</a:t>
          </a:r>
          <a:r>
            <a:rPr lang="it-IT" b="0" i="0"/>
            <a:t> stessa topologia della produzione → parità di ambienti</a:t>
          </a:r>
          <a:endParaRPr lang="en-US"/>
        </a:p>
      </dgm:t>
    </dgm:pt>
    <dgm:pt modelId="{49F80A20-B4CD-4887-AE09-8E3777727BB1}" type="parTrans" cxnId="{6EBC4993-E1A5-4FCD-A42B-01437D566581}">
      <dgm:prSet/>
      <dgm:spPr/>
      <dgm:t>
        <a:bodyPr/>
        <a:lstStyle/>
        <a:p>
          <a:endParaRPr lang="en-US"/>
        </a:p>
      </dgm:t>
    </dgm:pt>
    <dgm:pt modelId="{AF14A85C-C454-4B94-A41F-3E417387B902}" type="sibTrans" cxnId="{6EBC4993-E1A5-4FCD-A42B-01437D566581}">
      <dgm:prSet/>
      <dgm:spPr/>
      <dgm:t>
        <a:bodyPr/>
        <a:lstStyle/>
        <a:p>
          <a:endParaRPr lang="en-US"/>
        </a:p>
      </dgm:t>
    </dgm:pt>
    <dgm:pt modelId="{464E626D-C71B-450F-9D62-56222A365150}">
      <dgm:prSet/>
      <dgm:spPr/>
      <dgm:t>
        <a:bodyPr/>
        <a:lstStyle/>
        <a:p>
          <a:pPr>
            <a:defRPr b="1"/>
          </a:pPr>
          <a:r>
            <a:rPr lang="it-IT" b="1" i="0"/>
            <a:t>Immagini immutabili su GHCR:</a:t>
          </a:r>
          <a:r>
            <a:rPr lang="it-IT" b="0" i="0"/>
            <a:t> un nodo guasto si ricrea dall’immagine → RTO 15 min (RNF-03)</a:t>
          </a:r>
          <a:endParaRPr lang="en-US"/>
        </a:p>
      </dgm:t>
    </dgm:pt>
    <dgm:pt modelId="{A73A3596-2533-4C10-83A4-0207B1AF7B72}" type="parTrans" cxnId="{301F765D-499E-4CE0-9DDD-2A2142E8E9D4}">
      <dgm:prSet/>
      <dgm:spPr/>
      <dgm:t>
        <a:bodyPr/>
        <a:lstStyle/>
        <a:p>
          <a:endParaRPr lang="en-US"/>
        </a:p>
      </dgm:t>
    </dgm:pt>
    <dgm:pt modelId="{0DF9A977-8338-488F-A7CD-2BC3FD8D089F}" type="sibTrans" cxnId="{301F765D-499E-4CE0-9DDD-2A2142E8E9D4}">
      <dgm:prSet/>
      <dgm:spPr/>
      <dgm:t>
        <a:bodyPr/>
        <a:lstStyle/>
        <a:p>
          <a:endParaRPr lang="en-US"/>
        </a:p>
      </dgm:t>
    </dgm:pt>
    <dgm:pt modelId="{34E1E7C7-9662-45EF-8BAA-83BB8F0826F6}">
      <dgm:prSet/>
      <dgm:spPr/>
      <dgm:t>
        <a:bodyPr/>
        <a:lstStyle/>
        <a:p>
          <a:pPr>
            <a:defRPr b="1"/>
          </a:pPr>
          <a:r>
            <a:rPr lang="it-IT" b="1" i="0"/>
            <a:t>restart: unless-stopped</a:t>
          </a:r>
          <a:r>
            <a:rPr lang="it-IT" b="0" i="0"/>
            <a:t> → self-healing senza intervento manuale</a:t>
          </a:r>
          <a:endParaRPr lang="en-US"/>
        </a:p>
      </dgm:t>
    </dgm:pt>
    <dgm:pt modelId="{60AE64D2-6FBA-4053-ACF9-FD434A7E7DA5}" type="parTrans" cxnId="{BBF66238-794F-4DFA-A97C-89451116F2EF}">
      <dgm:prSet/>
      <dgm:spPr/>
      <dgm:t>
        <a:bodyPr/>
        <a:lstStyle/>
        <a:p>
          <a:endParaRPr lang="en-US"/>
        </a:p>
      </dgm:t>
    </dgm:pt>
    <dgm:pt modelId="{107F12B6-6E98-49EF-9A2A-ECC3D4D2048F}" type="sibTrans" cxnId="{BBF66238-794F-4DFA-A97C-89451116F2EF}">
      <dgm:prSet/>
      <dgm:spPr/>
      <dgm:t>
        <a:bodyPr/>
        <a:lstStyle/>
        <a:p>
          <a:endParaRPr lang="en-US"/>
        </a:p>
      </dgm:t>
    </dgm:pt>
    <dgm:pt modelId="{98D7F70B-6471-47AE-A0F7-D1AB83EEF5CC}" type="pres">
      <dgm:prSet presAssocID="{0CD8DB97-1FA1-4D94-A14E-CC57ED80EA34}" presName="root" presStyleCnt="0">
        <dgm:presLayoutVars>
          <dgm:dir/>
          <dgm:resizeHandles val="exact"/>
        </dgm:presLayoutVars>
      </dgm:prSet>
      <dgm:spPr/>
    </dgm:pt>
    <dgm:pt modelId="{4C2DD224-C289-4580-9976-E75ED0018BF7}" type="pres">
      <dgm:prSet presAssocID="{803C886B-269E-4405-9420-CF3B1A913F5A}" presName="compNode" presStyleCnt="0"/>
      <dgm:spPr/>
    </dgm:pt>
    <dgm:pt modelId="{34FB345E-4A89-42CB-92F5-F21FF9EEE7C2}" type="pres">
      <dgm:prSet presAssocID="{803C886B-269E-4405-9420-CF3B1A913F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025E61D9-3103-4273-BA09-53C5E7084974}" type="pres">
      <dgm:prSet presAssocID="{803C886B-269E-4405-9420-CF3B1A913F5A}" presName="iconSpace" presStyleCnt="0"/>
      <dgm:spPr/>
    </dgm:pt>
    <dgm:pt modelId="{8FAC9B20-4B9B-40B7-B77F-36CC46163395}" type="pres">
      <dgm:prSet presAssocID="{803C886B-269E-4405-9420-CF3B1A913F5A}" presName="parTx" presStyleLbl="revTx" presStyleIdx="0" presStyleCnt="8">
        <dgm:presLayoutVars>
          <dgm:chMax val="0"/>
          <dgm:chPref val="0"/>
        </dgm:presLayoutVars>
      </dgm:prSet>
      <dgm:spPr/>
    </dgm:pt>
    <dgm:pt modelId="{41033603-98D3-43EF-8111-9A71F8A59EB9}" type="pres">
      <dgm:prSet presAssocID="{803C886B-269E-4405-9420-CF3B1A913F5A}" presName="txSpace" presStyleCnt="0"/>
      <dgm:spPr/>
    </dgm:pt>
    <dgm:pt modelId="{D4A2AB96-2417-4254-A2BB-EA27C997F23E}" type="pres">
      <dgm:prSet presAssocID="{803C886B-269E-4405-9420-CF3B1A913F5A}" presName="desTx" presStyleLbl="revTx" presStyleIdx="1" presStyleCnt="8">
        <dgm:presLayoutVars/>
      </dgm:prSet>
      <dgm:spPr/>
    </dgm:pt>
    <dgm:pt modelId="{89C86E63-3CB9-451F-9BAC-32704F9755B9}" type="pres">
      <dgm:prSet presAssocID="{884A83E2-E0A8-47BE-A2DE-E4CC5EF3204B}" presName="sibTrans" presStyleCnt="0"/>
      <dgm:spPr/>
    </dgm:pt>
    <dgm:pt modelId="{7091761F-7D11-4EE1-B246-D8143D6EAE28}" type="pres">
      <dgm:prSet presAssocID="{4FDC5A8F-1C44-400A-BD90-7BF7A94CEAD5}" presName="compNode" presStyleCnt="0"/>
      <dgm:spPr/>
    </dgm:pt>
    <dgm:pt modelId="{25778985-72DB-4FCE-B414-5B7B5E8372EB}" type="pres">
      <dgm:prSet presAssocID="{4FDC5A8F-1C44-400A-BD90-7BF7A94CEAD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54D58FCD-783D-47DC-B1D9-9AFA1D7DC26D}" type="pres">
      <dgm:prSet presAssocID="{4FDC5A8F-1C44-400A-BD90-7BF7A94CEAD5}" presName="iconSpace" presStyleCnt="0"/>
      <dgm:spPr/>
    </dgm:pt>
    <dgm:pt modelId="{6BD1B1E8-7A98-42CD-96BA-A49FC67D17EB}" type="pres">
      <dgm:prSet presAssocID="{4FDC5A8F-1C44-400A-BD90-7BF7A94CEAD5}" presName="parTx" presStyleLbl="revTx" presStyleIdx="2" presStyleCnt="8">
        <dgm:presLayoutVars>
          <dgm:chMax val="0"/>
          <dgm:chPref val="0"/>
        </dgm:presLayoutVars>
      </dgm:prSet>
      <dgm:spPr/>
    </dgm:pt>
    <dgm:pt modelId="{6793D495-14D5-44A6-8D4E-634F6F3D0430}" type="pres">
      <dgm:prSet presAssocID="{4FDC5A8F-1C44-400A-BD90-7BF7A94CEAD5}" presName="txSpace" presStyleCnt="0"/>
      <dgm:spPr/>
    </dgm:pt>
    <dgm:pt modelId="{E362A97F-8E57-4FA3-8A82-AC5E077DD80A}" type="pres">
      <dgm:prSet presAssocID="{4FDC5A8F-1C44-400A-BD90-7BF7A94CEAD5}" presName="desTx" presStyleLbl="revTx" presStyleIdx="3" presStyleCnt="8">
        <dgm:presLayoutVars/>
      </dgm:prSet>
      <dgm:spPr/>
    </dgm:pt>
    <dgm:pt modelId="{931AA22B-B05D-4942-A8EE-274EE295F748}" type="pres">
      <dgm:prSet presAssocID="{AF14A85C-C454-4B94-A41F-3E417387B902}" presName="sibTrans" presStyleCnt="0"/>
      <dgm:spPr/>
    </dgm:pt>
    <dgm:pt modelId="{FEB41FE3-D256-4DCE-8E85-20773B1FE402}" type="pres">
      <dgm:prSet presAssocID="{464E626D-C71B-450F-9D62-56222A365150}" presName="compNode" presStyleCnt="0"/>
      <dgm:spPr/>
    </dgm:pt>
    <dgm:pt modelId="{ABE1AFE1-ECBE-40C1-AC73-DAC5A0BAF743}" type="pres">
      <dgm:prSet presAssocID="{464E626D-C71B-450F-9D62-56222A36515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F3ABBC20-898F-4B5D-A9DE-6FD73A36DC1D}" type="pres">
      <dgm:prSet presAssocID="{464E626D-C71B-450F-9D62-56222A365150}" presName="iconSpace" presStyleCnt="0"/>
      <dgm:spPr/>
    </dgm:pt>
    <dgm:pt modelId="{7F334450-75E5-4A07-BA10-320D7C432C26}" type="pres">
      <dgm:prSet presAssocID="{464E626D-C71B-450F-9D62-56222A365150}" presName="parTx" presStyleLbl="revTx" presStyleIdx="4" presStyleCnt="8">
        <dgm:presLayoutVars>
          <dgm:chMax val="0"/>
          <dgm:chPref val="0"/>
        </dgm:presLayoutVars>
      </dgm:prSet>
      <dgm:spPr/>
    </dgm:pt>
    <dgm:pt modelId="{589AB97C-7BEC-4AE9-851D-C1DC55B24F40}" type="pres">
      <dgm:prSet presAssocID="{464E626D-C71B-450F-9D62-56222A365150}" presName="txSpace" presStyleCnt="0"/>
      <dgm:spPr/>
    </dgm:pt>
    <dgm:pt modelId="{4847DF05-5FF4-4B22-B708-44A51B2DDBF8}" type="pres">
      <dgm:prSet presAssocID="{464E626D-C71B-450F-9D62-56222A365150}" presName="desTx" presStyleLbl="revTx" presStyleIdx="5" presStyleCnt="8">
        <dgm:presLayoutVars/>
      </dgm:prSet>
      <dgm:spPr/>
    </dgm:pt>
    <dgm:pt modelId="{658B0C33-65C0-47AC-B256-63BF3C786E03}" type="pres">
      <dgm:prSet presAssocID="{0DF9A977-8338-488F-A7CD-2BC3FD8D089F}" presName="sibTrans" presStyleCnt="0"/>
      <dgm:spPr/>
    </dgm:pt>
    <dgm:pt modelId="{E5796228-545F-4C8E-856A-692E938D2A17}" type="pres">
      <dgm:prSet presAssocID="{34E1E7C7-9662-45EF-8BAA-83BB8F0826F6}" presName="compNode" presStyleCnt="0"/>
      <dgm:spPr/>
    </dgm:pt>
    <dgm:pt modelId="{551BBA3A-110A-4323-BBA5-24B17E562A21}" type="pres">
      <dgm:prSet presAssocID="{34E1E7C7-9662-45EF-8BAA-83BB8F0826F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enza"/>
        </a:ext>
      </dgm:extLst>
    </dgm:pt>
    <dgm:pt modelId="{63B5BFC1-FCF0-423F-BC9D-D9D38589EEF8}" type="pres">
      <dgm:prSet presAssocID="{34E1E7C7-9662-45EF-8BAA-83BB8F0826F6}" presName="iconSpace" presStyleCnt="0"/>
      <dgm:spPr/>
    </dgm:pt>
    <dgm:pt modelId="{9066BF10-373F-4E06-937C-65FC532369DD}" type="pres">
      <dgm:prSet presAssocID="{34E1E7C7-9662-45EF-8BAA-83BB8F0826F6}" presName="parTx" presStyleLbl="revTx" presStyleIdx="6" presStyleCnt="8">
        <dgm:presLayoutVars>
          <dgm:chMax val="0"/>
          <dgm:chPref val="0"/>
        </dgm:presLayoutVars>
      </dgm:prSet>
      <dgm:spPr/>
    </dgm:pt>
    <dgm:pt modelId="{2CAE7C8D-B4CD-4BEE-B337-F9075DD04BB7}" type="pres">
      <dgm:prSet presAssocID="{34E1E7C7-9662-45EF-8BAA-83BB8F0826F6}" presName="txSpace" presStyleCnt="0"/>
      <dgm:spPr/>
    </dgm:pt>
    <dgm:pt modelId="{30677EBD-335D-450F-8DF8-0A055AD75EA0}" type="pres">
      <dgm:prSet presAssocID="{34E1E7C7-9662-45EF-8BAA-83BB8F0826F6}" presName="desTx" presStyleLbl="revTx" presStyleIdx="7" presStyleCnt="8">
        <dgm:presLayoutVars/>
      </dgm:prSet>
      <dgm:spPr/>
    </dgm:pt>
  </dgm:ptLst>
  <dgm:cxnLst>
    <dgm:cxn modelId="{DA73C123-F0E8-4C70-9C2E-EA94EBD98C53}" type="presOf" srcId="{0CD8DB97-1FA1-4D94-A14E-CC57ED80EA34}" destId="{98D7F70B-6471-47AE-A0F7-D1AB83EEF5CC}" srcOrd="0" destOrd="0" presId="urn:microsoft.com/office/officeart/2018/2/layout/IconLabelDescriptionList"/>
    <dgm:cxn modelId="{32D72F2C-D694-4593-83E6-430C8F3B298D}" srcId="{0CD8DB97-1FA1-4D94-A14E-CC57ED80EA34}" destId="{803C886B-269E-4405-9420-CF3B1A913F5A}" srcOrd="0" destOrd="0" parTransId="{FC660301-A211-46E7-91B6-B7A516B166FB}" sibTransId="{884A83E2-E0A8-47BE-A2DE-E4CC5EF3204B}"/>
    <dgm:cxn modelId="{BBF66238-794F-4DFA-A97C-89451116F2EF}" srcId="{0CD8DB97-1FA1-4D94-A14E-CC57ED80EA34}" destId="{34E1E7C7-9662-45EF-8BAA-83BB8F0826F6}" srcOrd="3" destOrd="0" parTransId="{60AE64D2-6FBA-4053-ACF9-FD434A7E7DA5}" sibTransId="{107F12B6-6E98-49EF-9A2A-ECC3D4D2048F}"/>
    <dgm:cxn modelId="{301F765D-499E-4CE0-9DDD-2A2142E8E9D4}" srcId="{0CD8DB97-1FA1-4D94-A14E-CC57ED80EA34}" destId="{464E626D-C71B-450F-9D62-56222A365150}" srcOrd="2" destOrd="0" parTransId="{A73A3596-2533-4C10-83A4-0207B1AF7B72}" sibTransId="{0DF9A977-8338-488F-A7CD-2BC3FD8D089F}"/>
    <dgm:cxn modelId="{837EDC6E-F112-4494-B9D6-D166931CCD69}" srcId="{803C886B-269E-4405-9420-CF3B1A913F5A}" destId="{3E5B3169-C23D-4B42-8ECA-4DC0F18E43C2}" srcOrd="0" destOrd="0" parTransId="{2F84721C-3BFA-4D2F-8FEA-EF8BE2CEFF99}" sibTransId="{05C2E1FC-5EB8-4594-83FB-838BBC0B3E43}"/>
    <dgm:cxn modelId="{E1C54858-9965-4B1C-9722-068F065DEC70}" type="presOf" srcId="{464E626D-C71B-450F-9D62-56222A365150}" destId="{7F334450-75E5-4A07-BA10-320D7C432C26}" srcOrd="0" destOrd="0" presId="urn:microsoft.com/office/officeart/2018/2/layout/IconLabelDescriptionList"/>
    <dgm:cxn modelId="{7EB16059-2216-4808-BBC3-EBEE4E6966F5}" type="presOf" srcId="{4FDC5A8F-1C44-400A-BD90-7BF7A94CEAD5}" destId="{6BD1B1E8-7A98-42CD-96BA-A49FC67D17EB}" srcOrd="0" destOrd="0" presId="urn:microsoft.com/office/officeart/2018/2/layout/IconLabelDescriptionList"/>
    <dgm:cxn modelId="{6EBC4993-E1A5-4FCD-A42B-01437D566581}" srcId="{0CD8DB97-1FA1-4D94-A14E-CC57ED80EA34}" destId="{4FDC5A8F-1C44-400A-BD90-7BF7A94CEAD5}" srcOrd="1" destOrd="0" parTransId="{49F80A20-B4CD-4887-AE09-8E3777727BB1}" sibTransId="{AF14A85C-C454-4B94-A41F-3E417387B902}"/>
    <dgm:cxn modelId="{BFDA2B99-3FE3-4869-AB4A-E5414CF6E127}" type="presOf" srcId="{34E1E7C7-9662-45EF-8BAA-83BB8F0826F6}" destId="{9066BF10-373F-4E06-937C-65FC532369DD}" srcOrd="0" destOrd="0" presId="urn:microsoft.com/office/officeart/2018/2/layout/IconLabelDescriptionList"/>
    <dgm:cxn modelId="{8FD82AB9-C6DF-4D7C-8271-37D68C054426}" type="presOf" srcId="{3E5B3169-C23D-4B42-8ECA-4DC0F18E43C2}" destId="{D4A2AB96-2417-4254-A2BB-EA27C997F23E}" srcOrd="0" destOrd="0" presId="urn:microsoft.com/office/officeart/2018/2/layout/IconLabelDescriptionList"/>
    <dgm:cxn modelId="{1D1B90DC-8719-40DB-95BD-FCACC5104C5F}" type="presOf" srcId="{803C886B-269E-4405-9420-CF3B1A913F5A}" destId="{8FAC9B20-4B9B-40B7-B77F-36CC46163395}" srcOrd="0" destOrd="0" presId="urn:microsoft.com/office/officeart/2018/2/layout/IconLabelDescriptionList"/>
    <dgm:cxn modelId="{F698E59E-3F07-4FA0-AAE2-4B625FA5BCA4}" type="presParOf" srcId="{98D7F70B-6471-47AE-A0F7-D1AB83EEF5CC}" destId="{4C2DD224-C289-4580-9976-E75ED0018BF7}" srcOrd="0" destOrd="0" presId="urn:microsoft.com/office/officeart/2018/2/layout/IconLabelDescriptionList"/>
    <dgm:cxn modelId="{B90D436B-8F99-4E52-B4CA-33499FAFB508}" type="presParOf" srcId="{4C2DD224-C289-4580-9976-E75ED0018BF7}" destId="{34FB345E-4A89-42CB-92F5-F21FF9EEE7C2}" srcOrd="0" destOrd="0" presId="urn:microsoft.com/office/officeart/2018/2/layout/IconLabelDescriptionList"/>
    <dgm:cxn modelId="{076E8383-2F5E-4006-82BD-ED027B87D254}" type="presParOf" srcId="{4C2DD224-C289-4580-9976-E75ED0018BF7}" destId="{025E61D9-3103-4273-BA09-53C5E7084974}" srcOrd="1" destOrd="0" presId="urn:microsoft.com/office/officeart/2018/2/layout/IconLabelDescriptionList"/>
    <dgm:cxn modelId="{1F77F4A0-2BE2-404D-B9C4-D00539C44D5E}" type="presParOf" srcId="{4C2DD224-C289-4580-9976-E75ED0018BF7}" destId="{8FAC9B20-4B9B-40B7-B77F-36CC46163395}" srcOrd="2" destOrd="0" presId="urn:microsoft.com/office/officeart/2018/2/layout/IconLabelDescriptionList"/>
    <dgm:cxn modelId="{1221384E-8BC5-4DFB-B4BE-665358725F16}" type="presParOf" srcId="{4C2DD224-C289-4580-9976-E75ED0018BF7}" destId="{41033603-98D3-43EF-8111-9A71F8A59EB9}" srcOrd="3" destOrd="0" presId="urn:microsoft.com/office/officeart/2018/2/layout/IconLabelDescriptionList"/>
    <dgm:cxn modelId="{D3621AA4-3778-4A71-A737-33280E55FD60}" type="presParOf" srcId="{4C2DD224-C289-4580-9976-E75ED0018BF7}" destId="{D4A2AB96-2417-4254-A2BB-EA27C997F23E}" srcOrd="4" destOrd="0" presId="urn:microsoft.com/office/officeart/2018/2/layout/IconLabelDescriptionList"/>
    <dgm:cxn modelId="{4B2C42E6-9A4D-456E-9C4F-C85A8944205C}" type="presParOf" srcId="{98D7F70B-6471-47AE-A0F7-D1AB83EEF5CC}" destId="{89C86E63-3CB9-451F-9BAC-32704F9755B9}" srcOrd="1" destOrd="0" presId="urn:microsoft.com/office/officeart/2018/2/layout/IconLabelDescriptionList"/>
    <dgm:cxn modelId="{413F5108-1593-431A-A302-8ED7EF99C506}" type="presParOf" srcId="{98D7F70B-6471-47AE-A0F7-D1AB83EEF5CC}" destId="{7091761F-7D11-4EE1-B246-D8143D6EAE28}" srcOrd="2" destOrd="0" presId="urn:microsoft.com/office/officeart/2018/2/layout/IconLabelDescriptionList"/>
    <dgm:cxn modelId="{BF636657-34FF-4BCA-8BE6-ACAC3C399D22}" type="presParOf" srcId="{7091761F-7D11-4EE1-B246-D8143D6EAE28}" destId="{25778985-72DB-4FCE-B414-5B7B5E8372EB}" srcOrd="0" destOrd="0" presId="urn:microsoft.com/office/officeart/2018/2/layout/IconLabelDescriptionList"/>
    <dgm:cxn modelId="{C79F2CA8-ADC3-4511-8DE8-A6F1C99FA931}" type="presParOf" srcId="{7091761F-7D11-4EE1-B246-D8143D6EAE28}" destId="{54D58FCD-783D-47DC-B1D9-9AFA1D7DC26D}" srcOrd="1" destOrd="0" presId="urn:microsoft.com/office/officeart/2018/2/layout/IconLabelDescriptionList"/>
    <dgm:cxn modelId="{70AE7327-B95B-4868-9B7B-89F65881F1BB}" type="presParOf" srcId="{7091761F-7D11-4EE1-B246-D8143D6EAE28}" destId="{6BD1B1E8-7A98-42CD-96BA-A49FC67D17EB}" srcOrd="2" destOrd="0" presId="urn:microsoft.com/office/officeart/2018/2/layout/IconLabelDescriptionList"/>
    <dgm:cxn modelId="{0E8E2A20-5F83-431A-84ED-D8A178710C1C}" type="presParOf" srcId="{7091761F-7D11-4EE1-B246-D8143D6EAE28}" destId="{6793D495-14D5-44A6-8D4E-634F6F3D0430}" srcOrd="3" destOrd="0" presId="urn:microsoft.com/office/officeart/2018/2/layout/IconLabelDescriptionList"/>
    <dgm:cxn modelId="{26195323-5547-4FA3-BD4D-5273CC6963D7}" type="presParOf" srcId="{7091761F-7D11-4EE1-B246-D8143D6EAE28}" destId="{E362A97F-8E57-4FA3-8A82-AC5E077DD80A}" srcOrd="4" destOrd="0" presId="urn:microsoft.com/office/officeart/2018/2/layout/IconLabelDescriptionList"/>
    <dgm:cxn modelId="{BB68C0FA-9392-409A-8705-55D79E82CD53}" type="presParOf" srcId="{98D7F70B-6471-47AE-A0F7-D1AB83EEF5CC}" destId="{931AA22B-B05D-4942-A8EE-274EE295F748}" srcOrd="3" destOrd="0" presId="urn:microsoft.com/office/officeart/2018/2/layout/IconLabelDescriptionList"/>
    <dgm:cxn modelId="{6475F276-98EF-4A1E-8BF1-79F24910758A}" type="presParOf" srcId="{98D7F70B-6471-47AE-A0F7-D1AB83EEF5CC}" destId="{FEB41FE3-D256-4DCE-8E85-20773B1FE402}" srcOrd="4" destOrd="0" presId="urn:microsoft.com/office/officeart/2018/2/layout/IconLabelDescriptionList"/>
    <dgm:cxn modelId="{1C728EDC-2B53-4644-A272-794F6D41924F}" type="presParOf" srcId="{FEB41FE3-D256-4DCE-8E85-20773B1FE402}" destId="{ABE1AFE1-ECBE-40C1-AC73-DAC5A0BAF743}" srcOrd="0" destOrd="0" presId="urn:microsoft.com/office/officeart/2018/2/layout/IconLabelDescriptionList"/>
    <dgm:cxn modelId="{62606EF2-1B56-4C21-B3E2-D05CBAEF6CC1}" type="presParOf" srcId="{FEB41FE3-D256-4DCE-8E85-20773B1FE402}" destId="{F3ABBC20-898F-4B5D-A9DE-6FD73A36DC1D}" srcOrd="1" destOrd="0" presId="urn:microsoft.com/office/officeart/2018/2/layout/IconLabelDescriptionList"/>
    <dgm:cxn modelId="{F2FBC450-9027-4AAD-B4F2-0CF8AEC50835}" type="presParOf" srcId="{FEB41FE3-D256-4DCE-8E85-20773B1FE402}" destId="{7F334450-75E5-4A07-BA10-320D7C432C26}" srcOrd="2" destOrd="0" presId="urn:microsoft.com/office/officeart/2018/2/layout/IconLabelDescriptionList"/>
    <dgm:cxn modelId="{3F7ED13F-E8B4-4184-B927-3FCEC781572F}" type="presParOf" srcId="{FEB41FE3-D256-4DCE-8E85-20773B1FE402}" destId="{589AB97C-7BEC-4AE9-851D-C1DC55B24F40}" srcOrd="3" destOrd="0" presId="urn:microsoft.com/office/officeart/2018/2/layout/IconLabelDescriptionList"/>
    <dgm:cxn modelId="{0164E2DA-9480-477F-9353-F2797E7796D9}" type="presParOf" srcId="{FEB41FE3-D256-4DCE-8E85-20773B1FE402}" destId="{4847DF05-5FF4-4B22-B708-44A51B2DDBF8}" srcOrd="4" destOrd="0" presId="urn:microsoft.com/office/officeart/2018/2/layout/IconLabelDescriptionList"/>
    <dgm:cxn modelId="{23697563-165D-4A21-BFE9-7FAC4AF0D875}" type="presParOf" srcId="{98D7F70B-6471-47AE-A0F7-D1AB83EEF5CC}" destId="{658B0C33-65C0-47AC-B256-63BF3C786E03}" srcOrd="5" destOrd="0" presId="urn:microsoft.com/office/officeart/2018/2/layout/IconLabelDescriptionList"/>
    <dgm:cxn modelId="{921C2A27-7A7E-4E49-A296-968C8200C165}" type="presParOf" srcId="{98D7F70B-6471-47AE-A0F7-D1AB83EEF5CC}" destId="{E5796228-545F-4C8E-856A-692E938D2A17}" srcOrd="6" destOrd="0" presId="urn:microsoft.com/office/officeart/2018/2/layout/IconLabelDescriptionList"/>
    <dgm:cxn modelId="{3A144D20-C0D6-4342-B1B1-434A3E3F329C}" type="presParOf" srcId="{E5796228-545F-4C8E-856A-692E938D2A17}" destId="{551BBA3A-110A-4323-BBA5-24B17E562A21}" srcOrd="0" destOrd="0" presId="urn:microsoft.com/office/officeart/2018/2/layout/IconLabelDescriptionList"/>
    <dgm:cxn modelId="{3A674149-4448-4C0F-8B77-F81DFF4BD8D2}" type="presParOf" srcId="{E5796228-545F-4C8E-856A-692E938D2A17}" destId="{63B5BFC1-FCF0-423F-BC9D-D9D38589EEF8}" srcOrd="1" destOrd="0" presId="urn:microsoft.com/office/officeart/2018/2/layout/IconLabelDescriptionList"/>
    <dgm:cxn modelId="{57F6D91D-B34B-4BD3-AB2D-8648D66DE804}" type="presParOf" srcId="{E5796228-545F-4C8E-856A-692E938D2A17}" destId="{9066BF10-373F-4E06-937C-65FC532369DD}" srcOrd="2" destOrd="0" presId="urn:microsoft.com/office/officeart/2018/2/layout/IconLabelDescriptionList"/>
    <dgm:cxn modelId="{CB2BC58E-9094-4FF0-8670-E75991235BAB}" type="presParOf" srcId="{E5796228-545F-4C8E-856A-692E938D2A17}" destId="{2CAE7C8D-B4CD-4BEE-B337-F9075DD04BB7}" srcOrd="3" destOrd="0" presId="urn:microsoft.com/office/officeart/2018/2/layout/IconLabelDescriptionList"/>
    <dgm:cxn modelId="{E4B4291C-FA0B-4BFC-A80D-4F8FA9CE9D71}" type="presParOf" srcId="{E5796228-545F-4C8E-856A-692E938D2A17}" destId="{30677EBD-335D-450F-8DF8-0A055AD75EA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1C8BFAA-4129-41C9-9D45-A7DA1276AAB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7FB030-B060-4FE6-A86C-E6481670059D}">
      <dgm:prSet/>
      <dgm:spPr/>
      <dgm:t>
        <a:bodyPr/>
        <a:lstStyle/>
        <a:p>
          <a:pPr>
            <a:defRPr b="1"/>
          </a:pPr>
          <a:r>
            <a:rPr lang="it-IT" b="1" i="0"/>
            <a:t>CI/CD con GitHub Actions</a:t>
          </a:r>
          <a:r>
            <a:rPr lang="it-IT" b="0" i="0"/>
            <a:t>, trigger su push / pull request verso main</a:t>
          </a:r>
          <a:endParaRPr lang="en-US"/>
        </a:p>
      </dgm:t>
    </dgm:pt>
    <dgm:pt modelId="{6472615B-E6D5-4A35-9238-5343E0936DEA}" type="parTrans" cxnId="{EF7A7A4D-7052-4192-A7A7-40717194DC33}">
      <dgm:prSet/>
      <dgm:spPr/>
      <dgm:t>
        <a:bodyPr/>
        <a:lstStyle/>
        <a:p>
          <a:endParaRPr lang="en-US"/>
        </a:p>
      </dgm:t>
    </dgm:pt>
    <dgm:pt modelId="{95E18FA8-779F-4D0F-94D0-5F5CDEBCF3B8}" type="sibTrans" cxnId="{EF7A7A4D-7052-4192-A7A7-40717194DC33}">
      <dgm:prSet/>
      <dgm:spPr/>
      <dgm:t>
        <a:bodyPr/>
        <a:lstStyle/>
        <a:p>
          <a:endParaRPr lang="en-US"/>
        </a:p>
      </dgm:t>
    </dgm:pt>
    <dgm:pt modelId="{1E415E1A-9D02-415D-9BA4-42D4F689A1EC}">
      <dgm:prSet/>
      <dgm:spPr/>
      <dgm:t>
        <a:bodyPr/>
        <a:lstStyle/>
        <a:p>
          <a:pPr>
            <a:defRPr b="1"/>
          </a:pPr>
          <a:r>
            <a:rPr lang="it-IT" b="1" i="0"/>
            <a:t>Pipeline:</a:t>
          </a:r>
          <a:r>
            <a:rPr lang="it-IT" b="0" i="0"/>
            <a:t> test unitari + build → immagini Docker → push su GHCR → deploy SSH parallelo sui due nodi (solo push su main)</a:t>
          </a:r>
          <a:endParaRPr lang="en-US"/>
        </a:p>
      </dgm:t>
    </dgm:pt>
    <dgm:pt modelId="{63D4E1C8-5F69-4CBD-831F-5C83B0DCAEF4}" type="parTrans" cxnId="{3263F3EA-E7B8-483D-AEC4-6CCA0B14D720}">
      <dgm:prSet/>
      <dgm:spPr/>
      <dgm:t>
        <a:bodyPr/>
        <a:lstStyle/>
        <a:p>
          <a:endParaRPr lang="en-US"/>
        </a:p>
      </dgm:t>
    </dgm:pt>
    <dgm:pt modelId="{AC5D5A1A-A5C1-4537-A5A9-680EB9D89396}" type="sibTrans" cxnId="{3263F3EA-E7B8-483D-AEC4-6CCA0B14D720}">
      <dgm:prSet/>
      <dgm:spPr/>
      <dgm:t>
        <a:bodyPr/>
        <a:lstStyle/>
        <a:p>
          <a:endParaRPr lang="en-US"/>
        </a:p>
      </dgm:t>
    </dgm:pt>
    <dgm:pt modelId="{F5FD780D-837F-4EEE-9C5A-E02D2B836A1F}">
      <dgm:prSet/>
      <dgm:spPr/>
      <dgm:t>
        <a:bodyPr/>
        <a:lstStyle/>
        <a:p>
          <a:pPr>
            <a:defRPr b="1"/>
          </a:pPr>
          <a:r>
            <a:rPr lang="it-IT" b="1" i="0"/>
            <a:t>Segreti fuori dal repository:</a:t>
          </a:r>
          <a:r>
            <a:rPr lang="it-IT" b="0" i="0"/>
            <a:t> chiave SSH nei GitHub Secrets</a:t>
          </a:r>
          <a:endParaRPr lang="en-US"/>
        </a:p>
      </dgm:t>
    </dgm:pt>
    <dgm:pt modelId="{2FE52B0E-4392-4D7D-B4E2-9D3B36376160}" type="parTrans" cxnId="{28A82C7F-7AB9-4D24-B858-BD9240F6A54F}">
      <dgm:prSet/>
      <dgm:spPr/>
      <dgm:t>
        <a:bodyPr/>
        <a:lstStyle/>
        <a:p>
          <a:endParaRPr lang="en-US"/>
        </a:p>
      </dgm:t>
    </dgm:pt>
    <dgm:pt modelId="{57FB1279-11F0-4676-BE64-3C3121EE7385}" type="sibTrans" cxnId="{28A82C7F-7AB9-4D24-B858-BD9240F6A54F}">
      <dgm:prSet/>
      <dgm:spPr/>
      <dgm:t>
        <a:bodyPr/>
        <a:lstStyle/>
        <a:p>
          <a:endParaRPr lang="en-US"/>
        </a:p>
      </dgm:t>
    </dgm:pt>
    <dgm:pt modelId="{DF086C0D-C3C6-4CFC-99B6-3F465B5FB3A7}">
      <dgm:prSet/>
      <dgm:spPr/>
      <dgm:t>
        <a:bodyPr/>
        <a:lstStyle/>
        <a:p>
          <a:pPr>
            <a:defRPr b="1"/>
          </a:pPr>
          <a:r>
            <a:rPr lang="it-IT" b="1" i="0"/>
            <a:t>3 nodi su GCP:</a:t>
          </a:r>
          <a:r>
            <a:rPr lang="it-IT" b="0" i="0"/>
            <a:t> FE pubblico (Nginx) · BE su solo IP privato in VPC · DB che accetta solo il BE</a:t>
          </a:r>
          <a:endParaRPr lang="en-US"/>
        </a:p>
      </dgm:t>
    </dgm:pt>
    <dgm:pt modelId="{1C7470ED-AEE1-4609-BA7C-C62AF415A7C9}" type="parTrans" cxnId="{0763CC68-B9CE-4EB5-8078-95286B94A870}">
      <dgm:prSet/>
      <dgm:spPr/>
      <dgm:t>
        <a:bodyPr/>
        <a:lstStyle/>
        <a:p>
          <a:endParaRPr lang="en-US"/>
        </a:p>
      </dgm:t>
    </dgm:pt>
    <dgm:pt modelId="{25BE067E-6145-47AA-AD37-7E3848DFD0AC}" type="sibTrans" cxnId="{0763CC68-B9CE-4EB5-8078-95286B94A870}">
      <dgm:prSet/>
      <dgm:spPr/>
      <dgm:t>
        <a:bodyPr/>
        <a:lstStyle/>
        <a:p>
          <a:endParaRPr lang="en-US"/>
        </a:p>
      </dgm:t>
    </dgm:pt>
    <dgm:pt modelId="{684C7E21-8462-4CA4-BF42-C652AFBAF58F}">
      <dgm:prSet/>
      <dgm:spPr/>
      <dgm:t>
        <a:bodyPr/>
        <a:lstStyle/>
        <a:p>
          <a:r>
            <a:rPr lang="it-IT" b="0" i="0"/>
            <a:t>isolamento dei guasti · scaling indipendente · defense in depth · rilasci indipendenti</a:t>
          </a:r>
          <a:endParaRPr lang="en-US"/>
        </a:p>
      </dgm:t>
    </dgm:pt>
    <dgm:pt modelId="{23BD736B-4C7B-494C-AA2A-909FD838AD63}" type="parTrans" cxnId="{3E96972F-9F12-447E-BD39-DAFDC47C1E4C}">
      <dgm:prSet/>
      <dgm:spPr/>
      <dgm:t>
        <a:bodyPr/>
        <a:lstStyle/>
        <a:p>
          <a:endParaRPr lang="en-US"/>
        </a:p>
      </dgm:t>
    </dgm:pt>
    <dgm:pt modelId="{E940366E-CF73-4DF9-8FE0-BA05CE4F47F2}" type="sibTrans" cxnId="{3E96972F-9F12-447E-BD39-DAFDC47C1E4C}">
      <dgm:prSet/>
      <dgm:spPr/>
      <dgm:t>
        <a:bodyPr/>
        <a:lstStyle/>
        <a:p>
          <a:endParaRPr lang="en-US"/>
        </a:p>
      </dgm:t>
    </dgm:pt>
    <dgm:pt modelId="{FCFD01C1-E436-4367-A96C-F3C0A0187E48}" type="pres">
      <dgm:prSet presAssocID="{71C8BFAA-4129-41C9-9D45-A7DA1276AABA}" presName="root" presStyleCnt="0">
        <dgm:presLayoutVars>
          <dgm:dir/>
          <dgm:resizeHandles val="exact"/>
        </dgm:presLayoutVars>
      </dgm:prSet>
      <dgm:spPr/>
    </dgm:pt>
    <dgm:pt modelId="{81304EAC-186E-4E84-A75F-EB51E8F315D9}" type="pres">
      <dgm:prSet presAssocID="{977FB030-B060-4FE6-A86C-E6481670059D}" presName="compNode" presStyleCnt="0"/>
      <dgm:spPr/>
    </dgm:pt>
    <dgm:pt modelId="{EC2D6B24-4F82-4DE9-AAD6-DB4D0EC2E898}" type="pres">
      <dgm:prSet presAssocID="{977FB030-B060-4FE6-A86C-E6481670059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8CEBE66-72AA-417B-B8A8-B906F197DF70}" type="pres">
      <dgm:prSet presAssocID="{977FB030-B060-4FE6-A86C-E6481670059D}" presName="iconSpace" presStyleCnt="0"/>
      <dgm:spPr/>
    </dgm:pt>
    <dgm:pt modelId="{5834DE51-3409-4A32-9201-39449DD23210}" type="pres">
      <dgm:prSet presAssocID="{977FB030-B060-4FE6-A86C-E6481670059D}" presName="parTx" presStyleLbl="revTx" presStyleIdx="0" presStyleCnt="8">
        <dgm:presLayoutVars>
          <dgm:chMax val="0"/>
          <dgm:chPref val="0"/>
        </dgm:presLayoutVars>
      </dgm:prSet>
      <dgm:spPr/>
    </dgm:pt>
    <dgm:pt modelId="{F625CE1F-58F8-473E-B00E-00C9FA8B1BC7}" type="pres">
      <dgm:prSet presAssocID="{977FB030-B060-4FE6-A86C-E6481670059D}" presName="txSpace" presStyleCnt="0"/>
      <dgm:spPr/>
    </dgm:pt>
    <dgm:pt modelId="{E375FDB7-FF40-4CB9-9EB9-1B3C51799618}" type="pres">
      <dgm:prSet presAssocID="{977FB030-B060-4FE6-A86C-E6481670059D}" presName="desTx" presStyleLbl="revTx" presStyleIdx="1" presStyleCnt="8">
        <dgm:presLayoutVars/>
      </dgm:prSet>
      <dgm:spPr/>
    </dgm:pt>
    <dgm:pt modelId="{A0A9A975-2202-42C7-8801-DD214DE27449}" type="pres">
      <dgm:prSet presAssocID="{95E18FA8-779F-4D0F-94D0-5F5CDEBCF3B8}" presName="sibTrans" presStyleCnt="0"/>
      <dgm:spPr/>
    </dgm:pt>
    <dgm:pt modelId="{DDFF23D5-CD94-4174-B557-424F011FB3D1}" type="pres">
      <dgm:prSet presAssocID="{1E415E1A-9D02-415D-9BA4-42D4F689A1EC}" presName="compNode" presStyleCnt="0"/>
      <dgm:spPr/>
    </dgm:pt>
    <dgm:pt modelId="{7C6FA1CA-679F-415E-AD60-29CF5981E75C}" type="pres">
      <dgm:prSet presAssocID="{1E415E1A-9D02-415D-9BA4-42D4F689A1E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6FB068-2DA6-4380-8676-98975EC75B41}" type="pres">
      <dgm:prSet presAssocID="{1E415E1A-9D02-415D-9BA4-42D4F689A1EC}" presName="iconSpace" presStyleCnt="0"/>
      <dgm:spPr/>
    </dgm:pt>
    <dgm:pt modelId="{4E1E9239-4F42-43A3-BEA1-D7581BE1F83B}" type="pres">
      <dgm:prSet presAssocID="{1E415E1A-9D02-415D-9BA4-42D4F689A1EC}" presName="parTx" presStyleLbl="revTx" presStyleIdx="2" presStyleCnt="8">
        <dgm:presLayoutVars>
          <dgm:chMax val="0"/>
          <dgm:chPref val="0"/>
        </dgm:presLayoutVars>
      </dgm:prSet>
      <dgm:spPr/>
    </dgm:pt>
    <dgm:pt modelId="{11993257-093F-447C-81E2-9F663B146946}" type="pres">
      <dgm:prSet presAssocID="{1E415E1A-9D02-415D-9BA4-42D4F689A1EC}" presName="txSpace" presStyleCnt="0"/>
      <dgm:spPr/>
    </dgm:pt>
    <dgm:pt modelId="{072F32D2-CE44-49D3-A470-E5BBFEEBF433}" type="pres">
      <dgm:prSet presAssocID="{1E415E1A-9D02-415D-9BA4-42D4F689A1EC}" presName="desTx" presStyleLbl="revTx" presStyleIdx="3" presStyleCnt="8">
        <dgm:presLayoutVars/>
      </dgm:prSet>
      <dgm:spPr/>
    </dgm:pt>
    <dgm:pt modelId="{9EC03E16-91F5-4E15-A6B4-522116D329DA}" type="pres">
      <dgm:prSet presAssocID="{AC5D5A1A-A5C1-4537-A5A9-680EB9D89396}" presName="sibTrans" presStyleCnt="0"/>
      <dgm:spPr/>
    </dgm:pt>
    <dgm:pt modelId="{21D1EB5F-A240-479B-A154-B90A5E3A4528}" type="pres">
      <dgm:prSet presAssocID="{F5FD780D-837F-4EEE-9C5A-E02D2B836A1F}" presName="compNode" presStyleCnt="0"/>
      <dgm:spPr/>
    </dgm:pt>
    <dgm:pt modelId="{DC870361-5571-48AE-9AAB-D7F772A5608E}" type="pres">
      <dgm:prSet presAssocID="{F5FD780D-837F-4EEE-9C5A-E02D2B836A1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cca"/>
        </a:ext>
      </dgm:extLst>
    </dgm:pt>
    <dgm:pt modelId="{A37AE608-67FE-417D-BBB5-C32E6B9C8785}" type="pres">
      <dgm:prSet presAssocID="{F5FD780D-837F-4EEE-9C5A-E02D2B836A1F}" presName="iconSpace" presStyleCnt="0"/>
      <dgm:spPr/>
    </dgm:pt>
    <dgm:pt modelId="{2ADF2D69-22CE-4898-837C-51958F59498B}" type="pres">
      <dgm:prSet presAssocID="{F5FD780D-837F-4EEE-9C5A-E02D2B836A1F}" presName="parTx" presStyleLbl="revTx" presStyleIdx="4" presStyleCnt="8">
        <dgm:presLayoutVars>
          <dgm:chMax val="0"/>
          <dgm:chPref val="0"/>
        </dgm:presLayoutVars>
      </dgm:prSet>
      <dgm:spPr/>
    </dgm:pt>
    <dgm:pt modelId="{DDA2CAD1-40D8-40CC-A652-806226912474}" type="pres">
      <dgm:prSet presAssocID="{F5FD780D-837F-4EEE-9C5A-E02D2B836A1F}" presName="txSpace" presStyleCnt="0"/>
      <dgm:spPr/>
    </dgm:pt>
    <dgm:pt modelId="{66689494-0F89-4B32-9D9B-DCA9AD351C09}" type="pres">
      <dgm:prSet presAssocID="{F5FD780D-837F-4EEE-9C5A-E02D2B836A1F}" presName="desTx" presStyleLbl="revTx" presStyleIdx="5" presStyleCnt="8">
        <dgm:presLayoutVars/>
      </dgm:prSet>
      <dgm:spPr/>
    </dgm:pt>
    <dgm:pt modelId="{D9624E7E-3B60-45CC-BFC2-B7C688EA3142}" type="pres">
      <dgm:prSet presAssocID="{57FB1279-11F0-4676-BE64-3C3121EE7385}" presName="sibTrans" presStyleCnt="0"/>
      <dgm:spPr/>
    </dgm:pt>
    <dgm:pt modelId="{3BA9C307-8712-4C50-B2D6-3E359EAF7951}" type="pres">
      <dgm:prSet presAssocID="{DF086C0D-C3C6-4CFC-99B6-3F465B5FB3A7}" presName="compNode" presStyleCnt="0"/>
      <dgm:spPr/>
    </dgm:pt>
    <dgm:pt modelId="{8AB736FD-0525-4B57-954F-F09E3F07ECE1}" type="pres">
      <dgm:prSet presAssocID="{DF086C0D-C3C6-4CFC-99B6-3F465B5FB3A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F45337E-D4AD-4DFE-8EB5-8755A63F5D17}" type="pres">
      <dgm:prSet presAssocID="{DF086C0D-C3C6-4CFC-99B6-3F465B5FB3A7}" presName="iconSpace" presStyleCnt="0"/>
      <dgm:spPr/>
    </dgm:pt>
    <dgm:pt modelId="{1F167E22-165F-445C-8D51-EDBBDD770835}" type="pres">
      <dgm:prSet presAssocID="{DF086C0D-C3C6-4CFC-99B6-3F465B5FB3A7}" presName="parTx" presStyleLbl="revTx" presStyleIdx="6" presStyleCnt="8">
        <dgm:presLayoutVars>
          <dgm:chMax val="0"/>
          <dgm:chPref val="0"/>
        </dgm:presLayoutVars>
      </dgm:prSet>
      <dgm:spPr/>
    </dgm:pt>
    <dgm:pt modelId="{BE0270B5-8280-4F2E-8421-A4CEF1598CCE}" type="pres">
      <dgm:prSet presAssocID="{DF086C0D-C3C6-4CFC-99B6-3F465B5FB3A7}" presName="txSpace" presStyleCnt="0"/>
      <dgm:spPr/>
    </dgm:pt>
    <dgm:pt modelId="{4621610E-F06E-4F09-8A21-4F8CE75E0BCE}" type="pres">
      <dgm:prSet presAssocID="{DF086C0D-C3C6-4CFC-99B6-3F465B5FB3A7}" presName="desTx" presStyleLbl="revTx" presStyleIdx="7" presStyleCnt="8">
        <dgm:presLayoutVars/>
      </dgm:prSet>
      <dgm:spPr/>
    </dgm:pt>
  </dgm:ptLst>
  <dgm:cxnLst>
    <dgm:cxn modelId="{921CCC0F-71FB-4FE3-BD7F-00363A8C07B1}" type="presOf" srcId="{1E415E1A-9D02-415D-9BA4-42D4F689A1EC}" destId="{4E1E9239-4F42-43A3-BEA1-D7581BE1F83B}" srcOrd="0" destOrd="0" presId="urn:microsoft.com/office/officeart/2018/2/layout/IconLabelDescriptionList"/>
    <dgm:cxn modelId="{3E96972F-9F12-447E-BD39-DAFDC47C1E4C}" srcId="{DF086C0D-C3C6-4CFC-99B6-3F465B5FB3A7}" destId="{684C7E21-8462-4CA4-BF42-C652AFBAF58F}" srcOrd="0" destOrd="0" parTransId="{23BD736B-4C7B-494C-AA2A-909FD838AD63}" sibTransId="{E940366E-CF73-4DF9-8FE0-BA05CE4F47F2}"/>
    <dgm:cxn modelId="{43B73E35-AA92-4060-AA0D-AF7BC2F0D950}" type="presOf" srcId="{F5FD780D-837F-4EEE-9C5A-E02D2B836A1F}" destId="{2ADF2D69-22CE-4898-837C-51958F59498B}" srcOrd="0" destOrd="0" presId="urn:microsoft.com/office/officeart/2018/2/layout/IconLabelDescriptionList"/>
    <dgm:cxn modelId="{D6C45438-1D3D-45EA-8770-4638F0F939BD}" type="presOf" srcId="{977FB030-B060-4FE6-A86C-E6481670059D}" destId="{5834DE51-3409-4A32-9201-39449DD23210}" srcOrd="0" destOrd="0" presId="urn:microsoft.com/office/officeart/2018/2/layout/IconLabelDescriptionList"/>
    <dgm:cxn modelId="{1BFFBF67-2D74-4590-9FF9-F404F00137A5}" type="presOf" srcId="{684C7E21-8462-4CA4-BF42-C652AFBAF58F}" destId="{4621610E-F06E-4F09-8A21-4F8CE75E0BCE}" srcOrd="0" destOrd="0" presId="urn:microsoft.com/office/officeart/2018/2/layout/IconLabelDescriptionList"/>
    <dgm:cxn modelId="{0763CC68-B9CE-4EB5-8078-95286B94A870}" srcId="{71C8BFAA-4129-41C9-9D45-A7DA1276AABA}" destId="{DF086C0D-C3C6-4CFC-99B6-3F465B5FB3A7}" srcOrd="3" destOrd="0" parTransId="{1C7470ED-AEE1-4609-BA7C-C62AF415A7C9}" sibTransId="{25BE067E-6145-47AA-AD37-7E3848DFD0AC}"/>
    <dgm:cxn modelId="{EF7A7A4D-7052-4192-A7A7-40717194DC33}" srcId="{71C8BFAA-4129-41C9-9D45-A7DA1276AABA}" destId="{977FB030-B060-4FE6-A86C-E6481670059D}" srcOrd="0" destOrd="0" parTransId="{6472615B-E6D5-4A35-9238-5343E0936DEA}" sibTransId="{95E18FA8-779F-4D0F-94D0-5F5CDEBCF3B8}"/>
    <dgm:cxn modelId="{28A82C7F-7AB9-4D24-B858-BD9240F6A54F}" srcId="{71C8BFAA-4129-41C9-9D45-A7DA1276AABA}" destId="{F5FD780D-837F-4EEE-9C5A-E02D2B836A1F}" srcOrd="2" destOrd="0" parTransId="{2FE52B0E-4392-4D7D-B4E2-9D3B36376160}" sibTransId="{57FB1279-11F0-4676-BE64-3C3121EE7385}"/>
    <dgm:cxn modelId="{20D53988-67F7-4A21-B1AD-7A0DD8CA786D}" type="presOf" srcId="{71C8BFAA-4129-41C9-9D45-A7DA1276AABA}" destId="{FCFD01C1-E436-4367-A96C-F3C0A0187E48}" srcOrd="0" destOrd="0" presId="urn:microsoft.com/office/officeart/2018/2/layout/IconLabelDescriptionList"/>
    <dgm:cxn modelId="{078F54E5-7F35-4621-B5A0-F7E1B2BA2040}" type="presOf" srcId="{DF086C0D-C3C6-4CFC-99B6-3F465B5FB3A7}" destId="{1F167E22-165F-445C-8D51-EDBBDD770835}" srcOrd="0" destOrd="0" presId="urn:microsoft.com/office/officeart/2018/2/layout/IconLabelDescriptionList"/>
    <dgm:cxn modelId="{3263F3EA-E7B8-483D-AEC4-6CCA0B14D720}" srcId="{71C8BFAA-4129-41C9-9D45-A7DA1276AABA}" destId="{1E415E1A-9D02-415D-9BA4-42D4F689A1EC}" srcOrd="1" destOrd="0" parTransId="{63D4E1C8-5F69-4CBD-831F-5C83B0DCAEF4}" sibTransId="{AC5D5A1A-A5C1-4537-A5A9-680EB9D89396}"/>
    <dgm:cxn modelId="{9FAFD0A2-42FE-4582-BC07-164D7E9EEB5F}" type="presParOf" srcId="{FCFD01C1-E436-4367-A96C-F3C0A0187E48}" destId="{81304EAC-186E-4E84-A75F-EB51E8F315D9}" srcOrd="0" destOrd="0" presId="urn:microsoft.com/office/officeart/2018/2/layout/IconLabelDescriptionList"/>
    <dgm:cxn modelId="{F163D939-FCF8-4438-8042-A6A20102C8D0}" type="presParOf" srcId="{81304EAC-186E-4E84-A75F-EB51E8F315D9}" destId="{EC2D6B24-4F82-4DE9-AAD6-DB4D0EC2E898}" srcOrd="0" destOrd="0" presId="urn:microsoft.com/office/officeart/2018/2/layout/IconLabelDescriptionList"/>
    <dgm:cxn modelId="{CB5D09C0-9064-4193-B0B5-9A4894EDC187}" type="presParOf" srcId="{81304EAC-186E-4E84-A75F-EB51E8F315D9}" destId="{D8CEBE66-72AA-417B-B8A8-B906F197DF70}" srcOrd="1" destOrd="0" presId="urn:microsoft.com/office/officeart/2018/2/layout/IconLabelDescriptionList"/>
    <dgm:cxn modelId="{26F08421-784F-4448-81DD-19BE55F79D2A}" type="presParOf" srcId="{81304EAC-186E-4E84-A75F-EB51E8F315D9}" destId="{5834DE51-3409-4A32-9201-39449DD23210}" srcOrd="2" destOrd="0" presId="urn:microsoft.com/office/officeart/2018/2/layout/IconLabelDescriptionList"/>
    <dgm:cxn modelId="{AAA2EDD5-0790-497F-AE2B-28491B5F980B}" type="presParOf" srcId="{81304EAC-186E-4E84-A75F-EB51E8F315D9}" destId="{F625CE1F-58F8-473E-B00E-00C9FA8B1BC7}" srcOrd="3" destOrd="0" presId="urn:microsoft.com/office/officeart/2018/2/layout/IconLabelDescriptionList"/>
    <dgm:cxn modelId="{DE6AAE7D-338A-469F-9FEB-ADFBF7464DD9}" type="presParOf" srcId="{81304EAC-186E-4E84-A75F-EB51E8F315D9}" destId="{E375FDB7-FF40-4CB9-9EB9-1B3C51799618}" srcOrd="4" destOrd="0" presId="urn:microsoft.com/office/officeart/2018/2/layout/IconLabelDescriptionList"/>
    <dgm:cxn modelId="{32A7B3FA-5442-4E86-A596-CF01C754BA49}" type="presParOf" srcId="{FCFD01C1-E436-4367-A96C-F3C0A0187E48}" destId="{A0A9A975-2202-42C7-8801-DD214DE27449}" srcOrd="1" destOrd="0" presId="urn:microsoft.com/office/officeart/2018/2/layout/IconLabelDescriptionList"/>
    <dgm:cxn modelId="{289B629A-981D-4993-81B5-FA1890DAA3F2}" type="presParOf" srcId="{FCFD01C1-E436-4367-A96C-F3C0A0187E48}" destId="{DDFF23D5-CD94-4174-B557-424F011FB3D1}" srcOrd="2" destOrd="0" presId="urn:microsoft.com/office/officeart/2018/2/layout/IconLabelDescriptionList"/>
    <dgm:cxn modelId="{6132DC51-8289-47BE-9133-CEA9D7078A7C}" type="presParOf" srcId="{DDFF23D5-CD94-4174-B557-424F011FB3D1}" destId="{7C6FA1CA-679F-415E-AD60-29CF5981E75C}" srcOrd="0" destOrd="0" presId="urn:microsoft.com/office/officeart/2018/2/layout/IconLabelDescriptionList"/>
    <dgm:cxn modelId="{6A9B78A0-03E1-4710-9F14-2365300E52FB}" type="presParOf" srcId="{DDFF23D5-CD94-4174-B557-424F011FB3D1}" destId="{8C6FB068-2DA6-4380-8676-98975EC75B41}" srcOrd="1" destOrd="0" presId="urn:microsoft.com/office/officeart/2018/2/layout/IconLabelDescriptionList"/>
    <dgm:cxn modelId="{D8A67742-DA00-45C2-834F-B6E8D5EB5C48}" type="presParOf" srcId="{DDFF23D5-CD94-4174-B557-424F011FB3D1}" destId="{4E1E9239-4F42-43A3-BEA1-D7581BE1F83B}" srcOrd="2" destOrd="0" presId="urn:microsoft.com/office/officeart/2018/2/layout/IconLabelDescriptionList"/>
    <dgm:cxn modelId="{4546EE58-A9C1-4EA2-A70F-B9CA51E8B8CD}" type="presParOf" srcId="{DDFF23D5-CD94-4174-B557-424F011FB3D1}" destId="{11993257-093F-447C-81E2-9F663B146946}" srcOrd="3" destOrd="0" presId="urn:microsoft.com/office/officeart/2018/2/layout/IconLabelDescriptionList"/>
    <dgm:cxn modelId="{ACC6C3F5-899D-4C45-835A-0F79E82FF061}" type="presParOf" srcId="{DDFF23D5-CD94-4174-B557-424F011FB3D1}" destId="{072F32D2-CE44-49D3-A470-E5BBFEEBF433}" srcOrd="4" destOrd="0" presId="urn:microsoft.com/office/officeart/2018/2/layout/IconLabelDescriptionList"/>
    <dgm:cxn modelId="{165DC021-0BC7-4546-B583-34C27FE1965B}" type="presParOf" srcId="{FCFD01C1-E436-4367-A96C-F3C0A0187E48}" destId="{9EC03E16-91F5-4E15-A6B4-522116D329DA}" srcOrd="3" destOrd="0" presId="urn:microsoft.com/office/officeart/2018/2/layout/IconLabelDescriptionList"/>
    <dgm:cxn modelId="{D03DA605-B677-46CF-92DE-C8433EFC0A3F}" type="presParOf" srcId="{FCFD01C1-E436-4367-A96C-F3C0A0187E48}" destId="{21D1EB5F-A240-479B-A154-B90A5E3A4528}" srcOrd="4" destOrd="0" presId="urn:microsoft.com/office/officeart/2018/2/layout/IconLabelDescriptionList"/>
    <dgm:cxn modelId="{FF1BF517-BFFB-4F67-92A9-0B0774BD36AE}" type="presParOf" srcId="{21D1EB5F-A240-479B-A154-B90A5E3A4528}" destId="{DC870361-5571-48AE-9AAB-D7F772A5608E}" srcOrd="0" destOrd="0" presId="urn:microsoft.com/office/officeart/2018/2/layout/IconLabelDescriptionList"/>
    <dgm:cxn modelId="{0792B30B-2433-47C3-9A01-2BD5EAEAF705}" type="presParOf" srcId="{21D1EB5F-A240-479B-A154-B90A5E3A4528}" destId="{A37AE608-67FE-417D-BBB5-C32E6B9C8785}" srcOrd="1" destOrd="0" presId="urn:microsoft.com/office/officeart/2018/2/layout/IconLabelDescriptionList"/>
    <dgm:cxn modelId="{A434AD58-47C1-4669-ABCA-37F4223D24CA}" type="presParOf" srcId="{21D1EB5F-A240-479B-A154-B90A5E3A4528}" destId="{2ADF2D69-22CE-4898-837C-51958F59498B}" srcOrd="2" destOrd="0" presId="urn:microsoft.com/office/officeart/2018/2/layout/IconLabelDescriptionList"/>
    <dgm:cxn modelId="{1559D501-6709-450C-AE16-FEE0A37518DF}" type="presParOf" srcId="{21D1EB5F-A240-479B-A154-B90A5E3A4528}" destId="{DDA2CAD1-40D8-40CC-A652-806226912474}" srcOrd="3" destOrd="0" presId="urn:microsoft.com/office/officeart/2018/2/layout/IconLabelDescriptionList"/>
    <dgm:cxn modelId="{8C8A9928-A0DD-49D4-98C7-756AC95E73CB}" type="presParOf" srcId="{21D1EB5F-A240-479B-A154-B90A5E3A4528}" destId="{66689494-0F89-4B32-9D9B-DCA9AD351C09}" srcOrd="4" destOrd="0" presId="urn:microsoft.com/office/officeart/2018/2/layout/IconLabelDescriptionList"/>
    <dgm:cxn modelId="{DE9A946B-0EA0-44A3-B856-20FACE4CE1E3}" type="presParOf" srcId="{FCFD01C1-E436-4367-A96C-F3C0A0187E48}" destId="{D9624E7E-3B60-45CC-BFC2-B7C688EA3142}" srcOrd="5" destOrd="0" presId="urn:microsoft.com/office/officeart/2018/2/layout/IconLabelDescriptionList"/>
    <dgm:cxn modelId="{548F5892-DBA8-49EF-B700-4072597EB87D}" type="presParOf" srcId="{FCFD01C1-E436-4367-A96C-F3C0A0187E48}" destId="{3BA9C307-8712-4C50-B2D6-3E359EAF7951}" srcOrd="6" destOrd="0" presId="urn:microsoft.com/office/officeart/2018/2/layout/IconLabelDescriptionList"/>
    <dgm:cxn modelId="{1C64EA00-08AA-4F2A-BD04-7D90093D1911}" type="presParOf" srcId="{3BA9C307-8712-4C50-B2D6-3E359EAF7951}" destId="{8AB736FD-0525-4B57-954F-F09E3F07ECE1}" srcOrd="0" destOrd="0" presId="urn:microsoft.com/office/officeart/2018/2/layout/IconLabelDescriptionList"/>
    <dgm:cxn modelId="{0A3616FC-EC45-4510-9C5F-02AD8A5F0D2C}" type="presParOf" srcId="{3BA9C307-8712-4C50-B2D6-3E359EAF7951}" destId="{0F45337E-D4AD-4DFE-8EB5-8755A63F5D17}" srcOrd="1" destOrd="0" presId="urn:microsoft.com/office/officeart/2018/2/layout/IconLabelDescriptionList"/>
    <dgm:cxn modelId="{59FACA1C-31D4-44EC-854A-CE6EEA6D3934}" type="presParOf" srcId="{3BA9C307-8712-4C50-B2D6-3E359EAF7951}" destId="{1F167E22-165F-445C-8D51-EDBBDD770835}" srcOrd="2" destOrd="0" presId="urn:microsoft.com/office/officeart/2018/2/layout/IconLabelDescriptionList"/>
    <dgm:cxn modelId="{7714DC3B-D6E4-4005-8C02-9A869F505036}" type="presParOf" srcId="{3BA9C307-8712-4C50-B2D6-3E359EAF7951}" destId="{BE0270B5-8280-4F2E-8421-A4CEF1598CCE}" srcOrd="3" destOrd="0" presId="urn:microsoft.com/office/officeart/2018/2/layout/IconLabelDescriptionList"/>
    <dgm:cxn modelId="{5E270CA9-C6DF-4F0D-8FA0-DB321966716B}" type="presParOf" srcId="{3BA9C307-8712-4C50-B2D6-3E359EAF7951}" destId="{4621610E-F06E-4F09-8A21-4F8CE75E0BC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AD0BAE2-6AC4-42A3-A460-E79F8A2208E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114712-8096-4D1F-9EA3-A645986DD85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it-IT" sz="3000" b="1" i="0" err="1">
              <a:solidFill>
                <a:srgbClr val="FFFFFF"/>
              </a:solidFill>
              <a:ea typeface="+mn-ea"/>
              <a:cs typeface="+mn-cs"/>
            </a:rPr>
            <a:t>Git</a:t>
          </a:r>
          <a:r>
            <a:rPr lang="it-IT" sz="3000" b="1" i="0">
              <a:solidFill>
                <a:srgbClr val="FFFFFF"/>
              </a:solidFill>
              <a:ea typeface="+mn-ea"/>
              <a:cs typeface="+mn-cs"/>
            </a:rPr>
            <a:t> + GitHub (repo privato)</a:t>
          </a:r>
          <a:r>
            <a:rPr lang="it-IT" sz="3000" b="0" i="0">
              <a:solidFill>
                <a:srgbClr val="FFFFFF"/>
              </a:solidFill>
              <a:ea typeface="+mn-ea"/>
              <a:cs typeface="+mn-cs"/>
            </a:rPr>
            <a:t> come unica fonte: codice, storia, CI</a:t>
          </a:r>
          <a:endParaRPr lang="en-US" sz="3000">
            <a:solidFill>
              <a:srgbClr val="FFFFFF"/>
            </a:solidFill>
            <a:ea typeface="+mn-ea"/>
            <a:cs typeface="+mn-cs"/>
          </a:endParaRPr>
        </a:p>
      </dgm:t>
    </dgm:pt>
    <dgm:pt modelId="{E334D18A-0CCC-49C3-9E5E-963140269CF4}" type="parTrans" cxnId="{32307AB0-68E4-4C2A-9FBA-BAE70CBB0AD8}">
      <dgm:prSet/>
      <dgm:spPr/>
      <dgm:t>
        <a:bodyPr/>
        <a:lstStyle/>
        <a:p>
          <a:endParaRPr lang="en-US"/>
        </a:p>
      </dgm:t>
    </dgm:pt>
    <dgm:pt modelId="{228C1939-A4E0-4FD7-A061-1F81AF358B58}" type="sibTrans" cxnId="{32307AB0-68E4-4C2A-9FBA-BAE70CBB0AD8}">
      <dgm:prSet/>
      <dgm:spPr/>
      <dgm:t>
        <a:bodyPr/>
        <a:lstStyle/>
        <a:p>
          <a:endParaRPr lang="en-US"/>
        </a:p>
      </dgm:t>
    </dgm:pt>
    <dgm:pt modelId="{A6630707-9F06-49A1-A133-F7B009F1904B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it-IT" sz="3000" b="1" i="0" dirty="0">
              <a:latin typeface="Century Gothic" panose="020B0502020202020204"/>
              <a:ea typeface="+mn-ea"/>
              <a:cs typeface="+mn-cs"/>
            </a:rPr>
            <a:t>98</a:t>
          </a:r>
          <a:r>
            <a:rPr lang="it-IT" sz="3000" b="1" i="0" dirty="0">
              <a:ea typeface="+mn-ea"/>
              <a:cs typeface="+mn-cs"/>
            </a:rPr>
            <a:t> </a:t>
          </a:r>
          <a:r>
            <a:rPr lang="it-IT" sz="3000" b="1" i="0" dirty="0" err="1">
              <a:ea typeface="+mn-ea"/>
              <a:cs typeface="+mn-cs"/>
            </a:rPr>
            <a:t>commit</a:t>
          </a:r>
          <a:r>
            <a:rPr lang="it-IT" sz="3000" b="0" i="0" dirty="0">
              <a:ea typeface="+mn-ea"/>
              <a:cs typeface="+mn-cs"/>
            </a:rPr>
            <a:t> (</a:t>
          </a:r>
          <a:r>
            <a:rPr lang="it-IT" sz="3000" b="0" i="0" dirty="0" err="1">
              <a:ea typeface="+mn-ea"/>
              <a:cs typeface="+mn-cs"/>
            </a:rPr>
            <a:t>apr</a:t>
          </a:r>
          <a:r>
            <a:rPr lang="it-IT" sz="3000" b="0" i="0" dirty="0">
              <a:ea typeface="+mn-ea"/>
              <a:cs typeface="+mn-cs"/>
            </a:rPr>
            <a:t>–</a:t>
          </a:r>
          <a:r>
            <a:rPr lang="it-IT" sz="3000" b="0" i="0" dirty="0" err="1">
              <a:latin typeface="Century Gothic" panose="020B0502020202020204"/>
              <a:ea typeface="+mn-ea"/>
              <a:cs typeface="+mn-cs"/>
            </a:rPr>
            <a:t>lug</a:t>
          </a:r>
          <a:r>
            <a:rPr lang="it-IT" sz="3000" b="0" i="0" dirty="0">
              <a:ea typeface="+mn-ea"/>
              <a:cs typeface="+mn-cs"/>
            </a:rPr>
            <a:t> 2026), bilanciati</a:t>
          </a:r>
          <a:r>
            <a:rPr lang="it-IT" sz="3000" b="0" i="0" dirty="0">
              <a:latin typeface="Century Gothic" panose="020B0502020202020204"/>
              <a:ea typeface="+mn-ea"/>
              <a:cs typeface="+mn-cs"/>
            </a:rPr>
            <a:t> 52</a:t>
          </a:r>
          <a:r>
            <a:rPr lang="it-IT" sz="3000" b="1" i="0" dirty="0">
              <a:ea typeface="+mn-ea"/>
              <a:cs typeface="+mn-cs"/>
            </a:rPr>
            <a:t> + </a:t>
          </a:r>
          <a:r>
            <a:rPr lang="it-IT" sz="3000" b="1" i="0" dirty="0">
              <a:latin typeface="Century Gothic" panose="020B0502020202020204"/>
              <a:ea typeface="+mn-ea"/>
              <a:cs typeface="+mn-cs"/>
            </a:rPr>
            <a:t>46</a:t>
          </a:r>
          <a:r>
            <a:rPr lang="it-IT" sz="3000" b="0" i="0" dirty="0">
              <a:ea typeface="+mn-ea"/>
              <a:cs typeface="+mn-cs"/>
            </a:rPr>
            <a:t> → conoscenza condivisa del codice</a:t>
          </a:r>
          <a:endParaRPr lang="en-US" sz="3000" dirty="0">
            <a:ea typeface="+mn-ea"/>
            <a:cs typeface="+mn-cs"/>
          </a:endParaRPr>
        </a:p>
      </dgm:t>
    </dgm:pt>
    <dgm:pt modelId="{E77650B2-0A80-40BF-92FE-4E3B69F68D2F}" type="parTrans" cxnId="{78D96CBC-1F82-485D-B187-251BDE39E545}">
      <dgm:prSet/>
      <dgm:spPr/>
      <dgm:t>
        <a:bodyPr/>
        <a:lstStyle/>
        <a:p>
          <a:endParaRPr lang="en-US"/>
        </a:p>
      </dgm:t>
    </dgm:pt>
    <dgm:pt modelId="{123DE341-1208-4777-9C1B-FC538F304251}" type="sibTrans" cxnId="{78D96CBC-1F82-485D-B187-251BDE39E545}">
      <dgm:prSet/>
      <dgm:spPr/>
      <dgm:t>
        <a:bodyPr/>
        <a:lstStyle/>
        <a:p>
          <a:endParaRPr lang="en-US"/>
        </a:p>
      </dgm:t>
    </dgm:pt>
    <dgm:pt modelId="{CA80B969-B96A-4DC8-A78E-4CB39CFF8BA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it-IT" sz="3000" b="1" i="0">
              <a:solidFill>
                <a:srgbClr val="FFFFFF"/>
              </a:solidFill>
              <a:ea typeface="+mn-ea"/>
              <a:cs typeface="+mn-cs"/>
            </a:rPr>
            <a:t>Code frequency = evidenza empirica</a:t>
          </a:r>
          <a:r>
            <a:rPr lang="it-IT" sz="3000" b="0" i="0">
              <a:solidFill>
                <a:srgbClr val="FFFFFF"/>
              </a:solidFill>
              <a:ea typeface="+mn-ea"/>
              <a:cs typeface="+mn-cs"/>
            </a:rPr>
            <a:t> dell’approccio iterativo dichiarato</a:t>
          </a:r>
          <a:endParaRPr lang="en-US" sz="3000">
            <a:solidFill>
              <a:srgbClr val="FFFFFF"/>
            </a:solidFill>
            <a:ea typeface="+mn-ea"/>
            <a:cs typeface="+mn-cs"/>
          </a:endParaRPr>
        </a:p>
      </dgm:t>
    </dgm:pt>
    <dgm:pt modelId="{FDE40370-4CE0-4462-A8A9-BDF8280CF740}" type="parTrans" cxnId="{91AC7A9A-9BCA-4E8F-B47D-E1EEEE22416A}">
      <dgm:prSet/>
      <dgm:spPr/>
      <dgm:t>
        <a:bodyPr/>
        <a:lstStyle/>
        <a:p>
          <a:endParaRPr lang="en-US"/>
        </a:p>
      </dgm:t>
    </dgm:pt>
    <dgm:pt modelId="{20C5614A-DE6E-4841-93F9-D110949DD0C1}" type="sibTrans" cxnId="{91AC7A9A-9BCA-4E8F-B47D-E1EEEE22416A}">
      <dgm:prSet/>
      <dgm:spPr/>
      <dgm:t>
        <a:bodyPr/>
        <a:lstStyle/>
        <a:p>
          <a:endParaRPr lang="en-US"/>
        </a:p>
      </dgm:t>
    </dgm:pt>
    <dgm:pt modelId="{85E34BF7-5410-4C0B-93E1-46D11AEA72B3}" type="pres">
      <dgm:prSet presAssocID="{AAD0BAE2-6AC4-42A3-A460-E79F8A2208E5}" presName="linear" presStyleCnt="0">
        <dgm:presLayoutVars>
          <dgm:animLvl val="lvl"/>
          <dgm:resizeHandles val="exact"/>
        </dgm:presLayoutVars>
      </dgm:prSet>
      <dgm:spPr/>
    </dgm:pt>
    <dgm:pt modelId="{9E356195-F76D-4627-9DFE-D7080F35D5C0}" type="pres">
      <dgm:prSet presAssocID="{29114712-8096-4D1F-9EA3-A645986DD8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334D33F-E158-4F37-A855-58E885B744EB}" type="pres">
      <dgm:prSet presAssocID="{228C1939-A4E0-4FD7-A061-1F81AF358B58}" presName="spacer" presStyleCnt="0"/>
      <dgm:spPr/>
    </dgm:pt>
    <dgm:pt modelId="{E21EB6D7-7FF8-4E95-A724-58B666EC3E40}" type="pres">
      <dgm:prSet presAssocID="{A6630707-9F06-49A1-A133-F7B009F190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CD21CB-086C-45F6-AACC-48C55F09EAD3}" type="pres">
      <dgm:prSet presAssocID="{123DE341-1208-4777-9C1B-FC538F304251}" presName="spacer" presStyleCnt="0"/>
      <dgm:spPr/>
    </dgm:pt>
    <dgm:pt modelId="{43BFB330-BE1F-4190-8C85-77AEB31460B8}" type="pres">
      <dgm:prSet presAssocID="{CA80B969-B96A-4DC8-A78E-4CB39CFF8BA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FE59118-CE5B-4C15-899F-D0B258F1BED8}" type="presOf" srcId="{A6630707-9F06-49A1-A133-F7B009F1904B}" destId="{E21EB6D7-7FF8-4E95-A724-58B666EC3E40}" srcOrd="0" destOrd="0" presId="urn:microsoft.com/office/officeart/2005/8/layout/vList2"/>
    <dgm:cxn modelId="{800D6A21-DF34-4AA7-9B8F-3CC497485F51}" type="presOf" srcId="{AAD0BAE2-6AC4-42A3-A460-E79F8A2208E5}" destId="{85E34BF7-5410-4C0B-93E1-46D11AEA72B3}" srcOrd="0" destOrd="0" presId="urn:microsoft.com/office/officeart/2005/8/layout/vList2"/>
    <dgm:cxn modelId="{D75D9C3C-D415-48DA-AC5D-31E60ABE4063}" type="presOf" srcId="{CA80B969-B96A-4DC8-A78E-4CB39CFF8BA6}" destId="{43BFB330-BE1F-4190-8C85-77AEB31460B8}" srcOrd="0" destOrd="0" presId="urn:microsoft.com/office/officeart/2005/8/layout/vList2"/>
    <dgm:cxn modelId="{91AC7A9A-9BCA-4E8F-B47D-E1EEEE22416A}" srcId="{AAD0BAE2-6AC4-42A3-A460-E79F8A2208E5}" destId="{CA80B969-B96A-4DC8-A78E-4CB39CFF8BA6}" srcOrd="2" destOrd="0" parTransId="{FDE40370-4CE0-4462-A8A9-BDF8280CF740}" sibTransId="{20C5614A-DE6E-4841-93F9-D110949DD0C1}"/>
    <dgm:cxn modelId="{32307AB0-68E4-4C2A-9FBA-BAE70CBB0AD8}" srcId="{AAD0BAE2-6AC4-42A3-A460-E79F8A2208E5}" destId="{29114712-8096-4D1F-9EA3-A645986DD853}" srcOrd="0" destOrd="0" parTransId="{E334D18A-0CCC-49C3-9E5E-963140269CF4}" sibTransId="{228C1939-A4E0-4FD7-A061-1F81AF358B58}"/>
    <dgm:cxn modelId="{78D96CBC-1F82-485D-B187-251BDE39E545}" srcId="{AAD0BAE2-6AC4-42A3-A460-E79F8A2208E5}" destId="{A6630707-9F06-49A1-A133-F7B009F1904B}" srcOrd="1" destOrd="0" parTransId="{E77650B2-0A80-40BF-92FE-4E3B69F68D2F}" sibTransId="{123DE341-1208-4777-9C1B-FC538F304251}"/>
    <dgm:cxn modelId="{50BADFFE-45C5-4C2E-8421-6CF2B80AB6DE}" type="presOf" srcId="{29114712-8096-4D1F-9EA3-A645986DD853}" destId="{9E356195-F76D-4627-9DFE-D7080F35D5C0}" srcOrd="0" destOrd="0" presId="urn:microsoft.com/office/officeart/2005/8/layout/vList2"/>
    <dgm:cxn modelId="{010300AE-B0EC-423F-A1FD-069BA470B3A5}" type="presParOf" srcId="{85E34BF7-5410-4C0B-93E1-46D11AEA72B3}" destId="{9E356195-F76D-4627-9DFE-D7080F35D5C0}" srcOrd="0" destOrd="0" presId="urn:microsoft.com/office/officeart/2005/8/layout/vList2"/>
    <dgm:cxn modelId="{EDBC7303-AAAE-4E20-B13B-8934D05044DF}" type="presParOf" srcId="{85E34BF7-5410-4C0B-93E1-46D11AEA72B3}" destId="{C334D33F-E158-4F37-A855-58E885B744EB}" srcOrd="1" destOrd="0" presId="urn:microsoft.com/office/officeart/2005/8/layout/vList2"/>
    <dgm:cxn modelId="{2A979EEF-9272-4FA7-8389-B0E3C42708A5}" type="presParOf" srcId="{85E34BF7-5410-4C0B-93E1-46D11AEA72B3}" destId="{E21EB6D7-7FF8-4E95-A724-58B666EC3E40}" srcOrd="2" destOrd="0" presId="urn:microsoft.com/office/officeart/2005/8/layout/vList2"/>
    <dgm:cxn modelId="{DF86F46B-6444-48BB-A1AD-D10B88871870}" type="presParOf" srcId="{85E34BF7-5410-4C0B-93E1-46D11AEA72B3}" destId="{C7CD21CB-086C-45F6-AACC-48C55F09EAD3}" srcOrd="3" destOrd="0" presId="urn:microsoft.com/office/officeart/2005/8/layout/vList2"/>
    <dgm:cxn modelId="{11AED3C7-ADCD-4CAF-AB10-7E67BC7A7713}" type="presParOf" srcId="{85E34BF7-5410-4C0B-93E1-46D11AEA72B3}" destId="{43BFB330-BE1F-4190-8C85-77AEB31460B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668A6-6853-4063-B934-D60D2D02ECED}">
      <dsp:nvSpPr>
        <dsp:cNvPr id="0" name=""/>
        <dsp:cNvSpPr/>
      </dsp:nvSpPr>
      <dsp:spPr>
        <a:xfrm>
          <a:off x="491138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1" i="0" kern="1200"/>
            <a:t>Il problema:</a:t>
          </a:r>
          <a:r>
            <a:rPr lang="it-IT" sz="800" b="0" i="0" kern="1200"/>
            <a:t> tracciare le segnalazioni software di un’organizzazione con stati, responsabilità e scadenze espliciti</a:t>
          </a:r>
          <a:endParaRPr lang="en-US" sz="800" kern="1200"/>
        </a:p>
      </dsp:txBody>
      <dsp:txXfrm>
        <a:off x="512234" y="21822"/>
        <a:ext cx="1398325" cy="678066"/>
      </dsp:txXfrm>
    </dsp:sp>
    <dsp:sp modelId="{476CE1AE-95E7-4689-A288-2E421ED26AC4}">
      <dsp:nvSpPr>
        <dsp:cNvPr id="0" name=""/>
        <dsp:cNvSpPr/>
      </dsp:nvSpPr>
      <dsp:spPr>
        <a:xfrm>
          <a:off x="2291785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Issue di 4 tipi: </a:t>
          </a:r>
          <a:r>
            <a:rPr lang="it-IT" sz="800" b="1" i="0" kern="1200"/>
            <a:t>bug, feature, question, documentation</a:t>
          </a:r>
          <a:endParaRPr lang="en-US" sz="800" kern="1200"/>
        </a:p>
      </dsp:txBody>
      <dsp:txXfrm>
        <a:off x="2312881" y="21822"/>
        <a:ext cx="1398325" cy="678066"/>
      </dsp:txXfrm>
    </dsp:sp>
    <dsp:sp modelId="{753A9887-71A6-4E8D-A617-2C4E45848E77}">
      <dsp:nvSpPr>
        <dsp:cNvPr id="0" name=""/>
        <dsp:cNvSpPr/>
      </dsp:nvSpPr>
      <dsp:spPr>
        <a:xfrm>
          <a:off x="4092432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3 ruoli con permessi distinti:</a:t>
          </a:r>
          <a:endParaRPr lang="en-US" sz="800" kern="1200"/>
        </a:p>
      </dsp:txBody>
      <dsp:txXfrm>
        <a:off x="4113528" y="21822"/>
        <a:ext cx="1398325" cy="678066"/>
      </dsp:txXfrm>
    </dsp:sp>
    <dsp:sp modelId="{67B80E0C-98BD-45A6-9FA3-84F1286F7CD7}">
      <dsp:nvSpPr>
        <dsp:cNvPr id="0" name=""/>
        <dsp:cNvSpPr/>
      </dsp:nvSpPr>
      <dsp:spPr>
        <a:xfrm>
          <a:off x="4236484" y="720985"/>
          <a:ext cx="144051" cy="5401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0194"/>
              </a:lnTo>
              <a:lnTo>
                <a:pt x="144051" y="540194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D2782-9BCE-40AC-81A7-CCF132DB2575}">
      <dsp:nvSpPr>
        <dsp:cNvPr id="0" name=""/>
        <dsp:cNvSpPr/>
      </dsp:nvSpPr>
      <dsp:spPr>
        <a:xfrm>
          <a:off x="4380536" y="901050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Admin</a:t>
          </a:r>
          <a:r>
            <a:rPr lang="it-IT" sz="1000" b="0" i="0" kern="1200"/>
            <a:t> — gestisce utenti, assegna, chiude</a:t>
          </a:r>
          <a:endParaRPr lang="en-US" sz="1000" kern="1200"/>
        </a:p>
      </dsp:txBody>
      <dsp:txXfrm>
        <a:off x="4401632" y="922146"/>
        <a:ext cx="1110222" cy="678066"/>
      </dsp:txXfrm>
    </dsp:sp>
    <dsp:sp modelId="{774E4334-2594-4044-B424-F4281E210633}">
      <dsp:nvSpPr>
        <dsp:cNvPr id="0" name=""/>
        <dsp:cNvSpPr/>
      </dsp:nvSpPr>
      <dsp:spPr>
        <a:xfrm>
          <a:off x="4236484" y="720985"/>
          <a:ext cx="144051" cy="14405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0517"/>
              </a:lnTo>
              <a:lnTo>
                <a:pt x="144051" y="1440517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6F796-0611-477B-ABC7-9CC6462CA606}">
      <dsp:nvSpPr>
        <dsp:cNvPr id="0" name=""/>
        <dsp:cNvSpPr/>
      </dsp:nvSpPr>
      <dsp:spPr>
        <a:xfrm>
          <a:off x="4380536" y="1801373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User</a:t>
          </a:r>
          <a:r>
            <a:rPr lang="it-IT" sz="1000" b="0" i="0" kern="1200"/>
            <a:t> — crea, risolve, commenta</a:t>
          </a:r>
          <a:endParaRPr lang="en-US" sz="1000" kern="1200"/>
        </a:p>
      </dsp:txBody>
      <dsp:txXfrm>
        <a:off x="4401632" y="1822469"/>
        <a:ext cx="1110222" cy="678066"/>
      </dsp:txXfrm>
    </dsp:sp>
    <dsp:sp modelId="{B7124A77-EB89-4696-9A8B-A76512FF5696}">
      <dsp:nvSpPr>
        <dsp:cNvPr id="0" name=""/>
        <dsp:cNvSpPr/>
      </dsp:nvSpPr>
      <dsp:spPr>
        <a:xfrm>
          <a:off x="4236484" y="720985"/>
          <a:ext cx="144051" cy="2340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40840"/>
              </a:lnTo>
              <a:lnTo>
                <a:pt x="144051" y="234084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6C93D3-81A0-41EC-BABC-BF51634BB82E}">
      <dsp:nvSpPr>
        <dsp:cNvPr id="0" name=""/>
        <dsp:cNvSpPr/>
      </dsp:nvSpPr>
      <dsp:spPr>
        <a:xfrm>
          <a:off x="4380536" y="2701697"/>
          <a:ext cx="1152414" cy="7202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Readonly</a:t>
          </a:r>
          <a:r>
            <a:rPr lang="it-IT" sz="1000" b="0" i="0" kern="1200"/>
            <a:t> — consulta i soli bug</a:t>
          </a:r>
          <a:endParaRPr lang="en-US" sz="1000" kern="1200"/>
        </a:p>
      </dsp:txBody>
      <dsp:txXfrm>
        <a:off x="4401632" y="2722793"/>
        <a:ext cx="1110222" cy="678066"/>
      </dsp:txXfrm>
    </dsp:sp>
    <dsp:sp modelId="{AED5DEC9-9583-4C8D-887E-516E41ABE43B}">
      <dsp:nvSpPr>
        <dsp:cNvPr id="0" name=""/>
        <dsp:cNvSpPr/>
      </dsp:nvSpPr>
      <dsp:spPr>
        <a:xfrm>
          <a:off x="5893079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Ciclo di vita esplicito: </a:t>
          </a:r>
          <a:r>
            <a:rPr lang="it-IT" sz="800" b="1" i="0" kern="1200"/>
            <a:t>TODO → IN_PROGRESS → DONE / EXPIRED / CLOSED</a:t>
          </a:r>
          <a:endParaRPr lang="en-US" sz="800" kern="1200"/>
        </a:p>
      </dsp:txBody>
      <dsp:txXfrm>
        <a:off x="5914175" y="21822"/>
        <a:ext cx="1398325" cy="678066"/>
      </dsp:txXfrm>
    </dsp:sp>
    <dsp:sp modelId="{7548519F-041F-4F06-BEF7-9B6CB46A38AC}">
      <dsp:nvSpPr>
        <dsp:cNvPr id="0" name=""/>
        <dsp:cNvSpPr/>
      </dsp:nvSpPr>
      <dsp:spPr>
        <a:xfrm>
          <a:off x="7693726" y="726"/>
          <a:ext cx="1440517" cy="72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800" b="0" i="0" kern="1200"/>
            <a:t>Ogni assegnazione genera una </a:t>
          </a:r>
          <a:r>
            <a:rPr lang="it-IT" sz="800" b="1" i="0" kern="1200"/>
            <a:t>notifica</a:t>
          </a:r>
          <a:r>
            <a:rPr lang="it-IT" sz="800" b="0" i="0" kern="1200"/>
            <a:t> al destinatario</a:t>
          </a:r>
          <a:endParaRPr lang="en-US" sz="800" kern="1200"/>
        </a:p>
      </dsp:txBody>
      <dsp:txXfrm>
        <a:off x="7714822" y="21822"/>
        <a:ext cx="1398325" cy="6780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28824-32D8-41A1-AD9E-3D2F3692F4AB}">
      <dsp:nvSpPr>
        <dsp:cNvPr id="0" name=""/>
        <dsp:cNvSpPr/>
      </dsp:nvSpPr>
      <dsp:spPr>
        <a:xfrm>
          <a:off x="0" y="109553"/>
          <a:ext cx="6391275" cy="676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Java 17 + Spring Boot 3.2.5</a:t>
          </a:r>
          <a:r>
            <a:rPr lang="it-IT" sz="1700" b="0" i="0" kern="1200"/>
            <a:t> — tipizzazione forte; IoC/DI, convention over configuration, Tomcat embedded</a:t>
          </a:r>
          <a:endParaRPr lang="en-US" sz="1700" kern="1200"/>
        </a:p>
      </dsp:txBody>
      <dsp:txXfrm>
        <a:off x="33012" y="142565"/>
        <a:ext cx="6325251" cy="610236"/>
      </dsp:txXfrm>
    </dsp:sp>
    <dsp:sp modelId="{F948D2C1-09DF-4D44-B001-FDF81BFB4B24}">
      <dsp:nvSpPr>
        <dsp:cNvPr id="0" name=""/>
        <dsp:cNvSpPr/>
      </dsp:nvSpPr>
      <dsp:spPr>
        <a:xfrm>
          <a:off x="0" y="834773"/>
          <a:ext cx="6391275" cy="676260"/>
        </a:xfrm>
        <a:prstGeom prst="roundRect">
          <a:avLst/>
        </a:prstGeom>
        <a:solidFill>
          <a:schemeClr val="accent2">
            <a:hueOff val="-3294287"/>
            <a:satOff val="15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PostgreSQL</a:t>
          </a:r>
          <a:r>
            <a:rPr lang="it-IT" sz="1700" b="0" i="0" kern="1200"/>
            <a:t> — ACID per l’integrità; ibrido: array text[] per le etichette, jsonb per i commenti</a:t>
          </a:r>
          <a:endParaRPr lang="en-US" sz="1700" kern="1200"/>
        </a:p>
      </dsp:txBody>
      <dsp:txXfrm>
        <a:off x="33012" y="867785"/>
        <a:ext cx="6325251" cy="610236"/>
      </dsp:txXfrm>
    </dsp:sp>
    <dsp:sp modelId="{A4E706C4-049E-40AB-883C-7BA320D8D99A}">
      <dsp:nvSpPr>
        <dsp:cNvPr id="0" name=""/>
        <dsp:cNvSpPr/>
      </dsp:nvSpPr>
      <dsp:spPr>
        <a:xfrm>
          <a:off x="0" y="1559993"/>
          <a:ext cx="6391275" cy="676260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Spring Data JPA / Hibernate</a:t>
          </a:r>
          <a:r>
            <a:rPr lang="it-IT" sz="1700" b="0" i="0" kern="1200"/>
            <a:t> — astrazione dal dialetto SQL; query parametrizzate → SQL injection neutralizzata</a:t>
          </a:r>
          <a:endParaRPr lang="en-US" sz="1700" kern="1200"/>
        </a:p>
      </dsp:txBody>
      <dsp:txXfrm>
        <a:off x="33012" y="1593005"/>
        <a:ext cx="6325251" cy="610236"/>
      </dsp:txXfrm>
    </dsp:sp>
    <dsp:sp modelId="{EF8F440E-BA76-4F1F-A2C3-439BADC364DC}">
      <dsp:nvSpPr>
        <dsp:cNvPr id="0" name=""/>
        <dsp:cNvSpPr/>
      </dsp:nvSpPr>
      <dsp:spPr>
        <a:xfrm>
          <a:off x="0" y="2285213"/>
          <a:ext cx="6391275" cy="676260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Vue.js 3</a:t>
          </a:r>
          <a:r>
            <a:rPr lang="it-IT" sz="1700" b="0" i="0" kern="1200"/>
            <a:t> — reattività (Virtual DOM); escaping automatico nei template → anti-XSS</a:t>
          </a:r>
          <a:endParaRPr lang="en-US" sz="1700" kern="1200"/>
        </a:p>
      </dsp:txBody>
      <dsp:txXfrm>
        <a:off x="33012" y="2318225"/>
        <a:ext cx="6325251" cy="610236"/>
      </dsp:txXfrm>
    </dsp:sp>
    <dsp:sp modelId="{AD9E4290-B027-428D-8AEF-0F780F524240}">
      <dsp:nvSpPr>
        <dsp:cNvPr id="0" name=""/>
        <dsp:cNvSpPr/>
      </dsp:nvSpPr>
      <dsp:spPr>
        <a:xfrm>
          <a:off x="0" y="3010433"/>
          <a:ext cx="6391275" cy="676260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Vite · Axios · Tailwind</a:t>
          </a:r>
          <a:r>
            <a:rPr lang="it-IT" sz="1700" b="0" i="0" kern="1200"/>
            <a:t> — dev server ESM e tree-shaking; AJAX; UI responsiva senza CSS monolitici</a:t>
          </a:r>
          <a:endParaRPr lang="en-US" sz="1700" kern="1200"/>
        </a:p>
      </dsp:txBody>
      <dsp:txXfrm>
        <a:off x="33012" y="3043445"/>
        <a:ext cx="6325251" cy="610236"/>
      </dsp:txXfrm>
    </dsp:sp>
    <dsp:sp modelId="{2054B615-F82A-45A3-A4B9-0349E0A64D5A}">
      <dsp:nvSpPr>
        <dsp:cNvPr id="0" name=""/>
        <dsp:cNvSpPr/>
      </dsp:nvSpPr>
      <dsp:spPr>
        <a:xfrm>
          <a:off x="0" y="3735653"/>
          <a:ext cx="6391275" cy="676260"/>
        </a:xfrm>
        <a:prstGeom prst="roundRect">
          <a:avLst/>
        </a:prstGeom>
        <a:solidFill>
          <a:schemeClr val="accent2">
            <a:hueOff val="-16471434"/>
            <a:satOff val="7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Nginx</a:t>
          </a:r>
          <a:r>
            <a:rPr lang="it-IT" sz="1700" b="0" i="0" kern="1200"/>
            <a:t> — asset statici + reverse proxy: same-origin, fallback SPA, limiti upload</a:t>
          </a:r>
          <a:endParaRPr lang="en-US" sz="1700" kern="1200"/>
        </a:p>
      </dsp:txBody>
      <dsp:txXfrm>
        <a:off x="33012" y="3768665"/>
        <a:ext cx="6325251" cy="610236"/>
      </dsp:txXfrm>
    </dsp:sp>
    <dsp:sp modelId="{F2A525F1-959E-4E7B-8E04-C6542BB250C6}">
      <dsp:nvSpPr>
        <dsp:cNvPr id="0" name=""/>
        <dsp:cNvSpPr/>
      </dsp:nvSpPr>
      <dsp:spPr>
        <a:xfrm>
          <a:off x="0" y="4460873"/>
          <a:ext cx="6391275" cy="67626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GCP Compute Engine</a:t>
          </a:r>
          <a:r>
            <a:rPr lang="it-IT" sz="1700" b="0" i="0" kern="1200"/>
            <a:t> — VPC per l’isolamento di rete, IP statico, firewall</a:t>
          </a:r>
          <a:endParaRPr lang="en-US" sz="1700" kern="1200"/>
        </a:p>
      </dsp:txBody>
      <dsp:txXfrm>
        <a:off x="33012" y="4493885"/>
        <a:ext cx="6325251" cy="610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EF19D-637C-430A-B812-8F15AF76F875}">
      <dsp:nvSpPr>
        <dsp:cNvPr id="0" name=""/>
        <dsp:cNvSpPr/>
      </dsp:nvSpPr>
      <dsp:spPr>
        <a:xfrm>
          <a:off x="169196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Ibrido guidato dal profilo di rischio:</a:t>
          </a:r>
          <a:endParaRPr lang="en-US" sz="1000" kern="1200"/>
        </a:p>
      </dsp:txBody>
      <dsp:txXfrm>
        <a:off x="197828" y="29212"/>
        <a:ext cx="1897891" cy="920313"/>
      </dsp:txXfrm>
    </dsp:sp>
    <dsp:sp modelId="{182258AE-16AC-4FCE-AF4E-B0744D64340A}">
      <dsp:nvSpPr>
        <dsp:cNvPr id="0" name=""/>
        <dsp:cNvSpPr/>
      </dsp:nvSpPr>
      <dsp:spPr>
        <a:xfrm>
          <a:off x="364711" y="978158"/>
          <a:ext cx="195515" cy="7331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3183"/>
              </a:lnTo>
              <a:lnTo>
                <a:pt x="195515" y="733183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BD1495-06E2-4D56-9F8A-ABED3EE3368C}">
      <dsp:nvSpPr>
        <dsp:cNvPr id="0" name=""/>
        <dsp:cNvSpPr/>
      </dsp:nvSpPr>
      <dsp:spPr>
        <a:xfrm>
          <a:off x="560227" y="1222552"/>
          <a:ext cx="1564124" cy="977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i="0" kern="1200"/>
            <a:t>analisi plan-driven a monte</a:t>
          </a:r>
          <a:r>
            <a:rPr lang="it-IT" sz="900" b="0" i="0" kern="1200"/>
            <a:t> — requisiti noti e stabili a priori → specifica completa up-front</a:t>
          </a:r>
          <a:endParaRPr lang="en-US" sz="900" kern="1200"/>
        </a:p>
      </dsp:txBody>
      <dsp:txXfrm>
        <a:off x="588859" y="1251184"/>
        <a:ext cx="1506860" cy="920313"/>
      </dsp:txXfrm>
    </dsp:sp>
    <dsp:sp modelId="{848666F5-0EA4-46EF-9FD1-3BB4B6AD9D28}">
      <dsp:nvSpPr>
        <dsp:cNvPr id="0" name=""/>
        <dsp:cNvSpPr/>
      </dsp:nvSpPr>
      <dsp:spPr>
        <a:xfrm>
          <a:off x="364711" y="978158"/>
          <a:ext cx="195515" cy="1955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5155"/>
              </a:lnTo>
              <a:lnTo>
                <a:pt x="195515" y="1955155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3E199D-2EC1-4792-ACE6-CF39270DD4F6}">
      <dsp:nvSpPr>
        <dsp:cNvPr id="0" name=""/>
        <dsp:cNvSpPr/>
      </dsp:nvSpPr>
      <dsp:spPr>
        <a:xfrm>
          <a:off x="560227" y="2444524"/>
          <a:ext cx="1564124" cy="977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1430" rIns="17145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b="1" i="0" kern="1200"/>
            <a:t>costruzione iterativa e incrementale</a:t>
          </a:r>
          <a:r>
            <a:rPr lang="it-IT" sz="900" b="0" i="0" kern="1200"/>
            <a:t> (ispirata a Scrum) — il rischio era nella realizzazione: tecnologie al primo impiego, integrazione FE/BE</a:t>
          </a:r>
          <a:endParaRPr lang="en-US" sz="900" kern="1200"/>
        </a:p>
      </dsp:txBody>
      <dsp:txXfrm>
        <a:off x="588859" y="2473156"/>
        <a:ext cx="1506860" cy="920313"/>
      </dsp:txXfrm>
    </dsp:sp>
    <dsp:sp modelId="{9B9BEE4B-7721-4450-97C7-8DA85944410C}">
      <dsp:nvSpPr>
        <dsp:cNvPr id="0" name=""/>
        <dsp:cNvSpPr/>
      </dsp:nvSpPr>
      <dsp:spPr>
        <a:xfrm>
          <a:off x="2613141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Pratiche adottate:</a:t>
          </a:r>
          <a:r>
            <a:rPr lang="it-IT" sz="1000" b="0" i="0" kern="1200"/>
            <a:t> backlog prioritizzato · incrementi integrati e testati · allineamenti frequenti · review e retrospettive informali</a:t>
          </a:r>
          <a:endParaRPr lang="en-US" sz="1000" kern="1200"/>
        </a:p>
      </dsp:txBody>
      <dsp:txXfrm>
        <a:off x="2641773" y="29212"/>
        <a:ext cx="1897891" cy="920313"/>
      </dsp:txXfrm>
    </dsp:sp>
    <dsp:sp modelId="{17626D28-786E-4042-8B88-3D26BF27A5CB}">
      <dsp:nvSpPr>
        <dsp:cNvPr id="0" name=""/>
        <dsp:cNvSpPr/>
      </dsp:nvSpPr>
      <dsp:spPr>
        <a:xfrm>
          <a:off x="5057085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Scartato consapevolmente:</a:t>
          </a:r>
          <a:r>
            <a:rPr lang="it-IT" sz="1000" b="0" i="0" kern="1200"/>
            <a:t> ruoli formali e cerimonie timeboxed — overhead sproporzionato per un team di 2</a:t>
          </a:r>
          <a:endParaRPr lang="en-US" sz="1000" kern="1200"/>
        </a:p>
      </dsp:txBody>
      <dsp:txXfrm>
        <a:off x="5085717" y="29212"/>
        <a:ext cx="1897891" cy="920313"/>
      </dsp:txXfrm>
    </dsp:sp>
    <dsp:sp modelId="{C4E61528-094B-4B42-B1EF-8B296821363D}">
      <dsp:nvSpPr>
        <dsp:cNvPr id="0" name=""/>
        <dsp:cNvSpPr/>
      </dsp:nvSpPr>
      <dsp:spPr>
        <a:xfrm>
          <a:off x="7501030" y="580"/>
          <a:ext cx="1955155" cy="9775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000" b="1" i="0" kern="1200"/>
            <a:t>Evidenza empirica (Git):</a:t>
          </a:r>
          <a:r>
            <a:rPr lang="it-IT" sz="1000" b="0" i="0" kern="1200"/>
            <a:t> 87 commit apr–giu 2026 — setup → picco architetturale (maggio) → stabilizzazione e bug-fixing (giugno)</a:t>
          </a:r>
          <a:endParaRPr lang="en-US" sz="1000" kern="1200"/>
        </a:p>
      </dsp:txBody>
      <dsp:txXfrm>
        <a:off x="7529662" y="29212"/>
        <a:ext cx="1897891" cy="9203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1B93C-BD57-46F3-B293-FFBCD55655D2}">
      <dsp:nvSpPr>
        <dsp:cNvPr id="0" name=""/>
        <dsp:cNvSpPr/>
      </dsp:nvSpPr>
      <dsp:spPr>
        <a:xfrm>
          <a:off x="2905798" y="2934920"/>
          <a:ext cx="579677" cy="1869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9838" y="0"/>
              </a:lnTo>
              <a:lnTo>
                <a:pt x="289838" y="1869459"/>
              </a:lnTo>
              <a:lnTo>
                <a:pt x="579677" y="1869459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4F921-7F29-430C-A755-8B9F196B63AD}">
      <dsp:nvSpPr>
        <dsp:cNvPr id="0" name=""/>
        <dsp:cNvSpPr/>
      </dsp:nvSpPr>
      <dsp:spPr>
        <a:xfrm>
          <a:off x="2905798" y="2934920"/>
          <a:ext cx="579677" cy="623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89838" y="0"/>
              </a:lnTo>
              <a:lnTo>
                <a:pt x="289838" y="623153"/>
              </a:lnTo>
              <a:lnTo>
                <a:pt x="579677" y="623153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18585C-E248-4651-A593-349C6DF09622}">
      <dsp:nvSpPr>
        <dsp:cNvPr id="0" name=""/>
        <dsp:cNvSpPr/>
      </dsp:nvSpPr>
      <dsp:spPr>
        <a:xfrm>
          <a:off x="2905798" y="2311766"/>
          <a:ext cx="579677" cy="623153"/>
        </a:xfrm>
        <a:custGeom>
          <a:avLst/>
          <a:gdLst/>
          <a:ahLst/>
          <a:cxnLst/>
          <a:rect l="0" t="0" r="0" b="0"/>
          <a:pathLst>
            <a:path>
              <a:moveTo>
                <a:pt x="0" y="623153"/>
              </a:moveTo>
              <a:lnTo>
                <a:pt x="289838" y="623153"/>
              </a:lnTo>
              <a:lnTo>
                <a:pt x="289838" y="0"/>
              </a:lnTo>
              <a:lnTo>
                <a:pt x="57967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083C24-8DE6-4063-B0C8-422110EAEB6F}">
      <dsp:nvSpPr>
        <dsp:cNvPr id="0" name=""/>
        <dsp:cNvSpPr/>
      </dsp:nvSpPr>
      <dsp:spPr>
        <a:xfrm>
          <a:off x="2905798" y="1065460"/>
          <a:ext cx="579677" cy="1869459"/>
        </a:xfrm>
        <a:custGeom>
          <a:avLst/>
          <a:gdLst/>
          <a:ahLst/>
          <a:cxnLst/>
          <a:rect l="0" t="0" r="0" b="0"/>
          <a:pathLst>
            <a:path>
              <a:moveTo>
                <a:pt x="0" y="1869459"/>
              </a:moveTo>
              <a:lnTo>
                <a:pt x="289838" y="1869459"/>
              </a:lnTo>
              <a:lnTo>
                <a:pt x="289838" y="0"/>
              </a:lnTo>
              <a:lnTo>
                <a:pt x="57967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DBE1EA-A881-45F1-A991-5FD238557DAA}">
      <dsp:nvSpPr>
        <dsp:cNvPr id="0" name=""/>
        <dsp:cNvSpPr/>
      </dsp:nvSpPr>
      <dsp:spPr>
        <a:xfrm>
          <a:off x="7411" y="303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Analisi up-front:</a:t>
          </a:r>
          <a:r>
            <a:rPr lang="it-IT" sz="1200" b="0" i="0" kern="1200"/>
            <a:t> use case UML + 2 casi d’uso dettagliati (modello Cockburn) con mock-up</a:t>
          </a:r>
          <a:endParaRPr lang="en-US" sz="1200" kern="1200"/>
        </a:p>
      </dsp:txBody>
      <dsp:txXfrm>
        <a:off x="7411" y="303"/>
        <a:ext cx="2898387" cy="884008"/>
      </dsp:txXfrm>
    </dsp:sp>
    <dsp:sp modelId="{64A5849C-FE68-4D79-8B2A-7C9F2AE8090C}">
      <dsp:nvSpPr>
        <dsp:cNvPr id="0" name=""/>
        <dsp:cNvSpPr/>
      </dsp:nvSpPr>
      <dsp:spPr>
        <a:xfrm>
          <a:off x="7411" y="1246609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Funzionali (RF-01…07):</a:t>
          </a:r>
          <a:r>
            <a:rPr lang="it-IT" sz="1200" b="0" i="0" kern="1200"/>
            <a:t> autenticazione · gestione issue · filtri · assegnazione e notifiche · etichette · ruolo readonly · scadenze</a:t>
          </a:r>
          <a:endParaRPr lang="en-US" sz="1200" kern="1200"/>
        </a:p>
      </dsp:txBody>
      <dsp:txXfrm>
        <a:off x="7411" y="1246609"/>
        <a:ext cx="2898387" cy="884008"/>
      </dsp:txXfrm>
    </dsp:sp>
    <dsp:sp modelId="{6C83CCA0-88AC-4DB2-9627-7E4337D9C2D5}">
      <dsp:nvSpPr>
        <dsp:cNvPr id="0" name=""/>
        <dsp:cNvSpPr/>
      </dsp:nvSpPr>
      <dsp:spPr>
        <a:xfrm>
          <a:off x="7411" y="2492916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Non funzionali misurabili e verificabili:</a:t>
          </a:r>
          <a:endParaRPr lang="en-US" sz="1200" kern="1200"/>
        </a:p>
      </dsp:txBody>
      <dsp:txXfrm>
        <a:off x="7411" y="2492916"/>
        <a:ext cx="2898387" cy="884008"/>
      </dsp:txXfrm>
    </dsp:sp>
    <dsp:sp modelId="{940B87EB-FE84-48BF-A117-7C8391D640EB}">
      <dsp:nvSpPr>
        <dsp:cNvPr id="0" name=""/>
        <dsp:cNvSpPr/>
      </dsp:nvSpPr>
      <dsp:spPr>
        <a:xfrm>
          <a:off x="3485476" y="623456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Sicurezza</a:t>
          </a:r>
          <a:r>
            <a:rPr lang="it-IT" sz="1200" b="0" i="0" kern="1200"/>
            <a:t> — password mai in chiaro (BCrypt), autorizzazione per ruolo</a:t>
          </a:r>
          <a:endParaRPr lang="en-US" sz="1200" kern="1200"/>
        </a:p>
      </dsp:txBody>
      <dsp:txXfrm>
        <a:off x="3485476" y="623456"/>
        <a:ext cx="2898387" cy="884008"/>
      </dsp:txXfrm>
    </dsp:sp>
    <dsp:sp modelId="{83247E62-7E30-49C9-8D4B-0D20E4D877BC}">
      <dsp:nvSpPr>
        <dsp:cNvPr id="0" name=""/>
        <dsp:cNvSpPr/>
      </dsp:nvSpPr>
      <dsp:spPr>
        <a:xfrm>
          <a:off x="3485476" y="1869762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Integrità</a:t>
          </a:r>
          <a:r>
            <a:rPr lang="it-IT" sz="1200" b="0" i="0" kern="1200"/>
            <a:t> — niente lost update su modifiche concorrenti → errore esplicito</a:t>
          </a:r>
          <a:endParaRPr lang="en-US" sz="1200" kern="1200"/>
        </a:p>
      </dsp:txBody>
      <dsp:txXfrm>
        <a:off x="3485476" y="1869762"/>
        <a:ext cx="2898387" cy="884008"/>
      </dsp:txXfrm>
    </dsp:sp>
    <dsp:sp modelId="{AB3FF789-6776-4721-AFD3-6470837844D7}">
      <dsp:nvSpPr>
        <dsp:cNvPr id="0" name=""/>
        <dsp:cNvSpPr/>
      </dsp:nvSpPr>
      <dsp:spPr>
        <a:xfrm>
          <a:off x="3485476" y="3116069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Affidabilità</a:t>
          </a:r>
          <a:r>
            <a:rPr lang="it-IT" sz="1200" b="0" i="0" kern="1200"/>
            <a:t> — disponibilità ≥ 99.5% · RTO 15 min · RPO 24 h · self-healing</a:t>
          </a:r>
          <a:endParaRPr lang="en-US" sz="1200" kern="1200"/>
        </a:p>
      </dsp:txBody>
      <dsp:txXfrm>
        <a:off x="3485476" y="3116069"/>
        <a:ext cx="2898387" cy="884008"/>
      </dsp:txXfrm>
    </dsp:sp>
    <dsp:sp modelId="{E3DE9ECF-6252-4B3A-A23B-9CA82EA5A119}">
      <dsp:nvSpPr>
        <dsp:cNvPr id="0" name=""/>
        <dsp:cNvSpPr/>
      </dsp:nvSpPr>
      <dsp:spPr>
        <a:xfrm>
          <a:off x="3485476" y="4362375"/>
          <a:ext cx="2898387" cy="88400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Prestazioni</a:t>
          </a:r>
          <a:r>
            <a:rPr lang="it-IT" sz="1200" b="0" i="0" kern="1200"/>
            <a:t> — p95 ≤ 1 s con 20 utenti concorrenti (misurato: ≈165 ms)</a:t>
          </a:r>
          <a:endParaRPr lang="en-US" sz="1200" kern="1200"/>
        </a:p>
      </dsp:txBody>
      <dsp:txXfrm>
        <a:off x="3485476" y="4362375"/>
        <a:ext cx="2898387" cy="884008"/>
      </dsp:txXfrm>
    </dsp:sp>
    <dsp:sp modelId="{009718DB-2332-4C8B-8359-EA4AD885BF75}">
      <dsp:nvSpPr>
        <dsp:cNvPr id="0" name=""/>
        <dsp:cNvSpPr/>
      </dsp:nvSpPr>
      <dsp:spPr>
        <a:xfrm>
          <a:off x="7411" y="3739222"/>
          <a:ext cx="2898387" cy="884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i="0" kern="1200"/>
            <a:t>Vincoli progettuali (RS-01…09):</a:t>
          </a:r>
          <a:r>
            <a:rPr lang="it-IT" sz="1200" b="0" i="0" kern="1200"/>
            <a:t> stack imposto · API REST · layering · versioning ottimistico · anti-XSS / anti-SQL injection</a:t>
          </a:r>
          <a:endParaRPr lang="en-US" sz="1200" kern="1200"/>
        </a:p>
      </dsp:txBody>
      <dsp:txXfrm>
        <a:off x="7411" y="3739222"/>
        <a:ext cx="2898387" cy="8840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507E7-E460-4D73-8B54-43A2F8BEC04E}">
      <dsp:nvSpPr>
        <dsp:cNvPr id="0" name=""/>
        <dsp:cNvSpPr/>
      </dsp:nvSpPr>
      <dsp:spPr>
        <a:xfrm>
          <a:off x="2050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7FED0-CCB7-4667-BB76-83C76328791E}">
      <dsp:nvSpPr>
        <dsp:cNvPr id="0" name=""/>
        <dsp:cNvSpPr/>
      </dsp:nvSpPr>
      <dsp:spPr>
        <a:xfrm>
          <a:off x="2050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>
              <a:latin typeface="Century Gothic" panose="020B0502020202020204"/>
            </a:rPr>
            <a:t>Three </a:t>
          </a:r>
          <a:r>
            <a:rPr lang="it-IT" sz="1400" b="1" i="0" kern="1200" dirty="0" err="1">
              <a:latin typeface="Century Gothic" panose="020B0502020202020204"/>
            </a:rPr>
            <a:t>Layering</a:t>
          </a:r>
          <a:r>
            <a:rPr lang="it-IT" sz="1400" b="1" i="0" kern="1200" dirty="0"/>
            <a:t>:</a:t>
          </a:r>
          <a:r>
            <a:rPr lang="it-IT" sz="1400" b="0" i="0" kern="1200" dirty="0"/>
            <a:t> SPA (Vue) ⇄ API REST ⇄ Spring Boot ⇄ </a:t>
          </a:r>
          <a:r>
            <a:rPr lang="it-IT" sz="1400" b="0" i="0" kern="1200" dirty="0" err="1"/>
            <a:t>PostgreSQL</a:t>
          </a:r>
          <a:endParaRPr lang="en-US" sz="1400" kern="1200" dirty="0" err="1"/>
        </a:p>
      </dsp:txBody>
      <dsp:txXfrm>
        <a:off x="2050" y="1471929"/>
        <a:ext cx="2126249" cy="965689"/>
      </dsp:txXfrm>
    </dsp:sp>
    <dsp:sp modelId="{5DEDF4B8-E560-459F-BB49-2E8F0CC1E3FF}">
      <dsp:nvSpPr>
        <dsp:cNvPr id="0" name=""/>
        <dsp:cNvSpPr/>
      </dsp:nvSpPr>
      <dsp:spPr>
        <a:xfrm>
          <a:off x="2050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218A99-2EE6-479D-8639-FEA54B1CAC29}">
      <dsp:nvSpPr>
        <dsp:cNvPr id="0" name=""/>
        <dsp:cNvSpPr/>
      </dsp:nvSpPr>
      <dsp:spPr>
        <a:xfrm>
          <a:off x="2500394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6EB6F-0826-40FA-A9F4-2377B88A8DAE}">
      <dsp:nvSpPr>
        <dsp:cNvPr id="0" name=""/>
        <dsp:cNvSpPr/>
      </dsp:nvSpPr>
      <dsp:spPr>
        <a:xfrm>
          <a:off x="2500394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Contratto REST stabile</a:t>
          </a:r>
          <a:r>
            <a:rPr lang="it-IT" sz="1400" b="0" i="0" kern="1200" dirty="0"/>
            <a:t> → FE e BE indipendenti: sviluppo parallelo (il FE </a:t>
          </a:r>
          <a:r>
            <a:rPr lang="it-IT" sz="1400" b="0" i="0" kern="1200" dirty="0" err="1"/>
            <a:t>mocka</a:t>
          </a:r>
          <a:r>
            <a:rPr lang="it-IT" sz="1400" b="0" i="0" kern="1200" dirty="0"/>
            <a:t> le API), sostituibilità</a:t>
          </a:r>
          <a:endParaRPr lang="en-US" sz="1400" kern="1200" dirty="0"/>
        </a:p>
      </dsp:txBody>
      <dsp:txXfrm>
        <a:off x="2500394" y="1471929"/>
        <a:ext cx="2126249" cy="965689"/>
      </dsp:txXfrm>
    </dsp:sp>
    <dsp:sp modelId="{EEEA5652-4143-4A00-8558-6C64CE6B723E}">
      <dsp:nvSpPr>
        <dsp:cNvPr id="0" name=""/>
        <dsp:cNvSpPr/>
      </dsp:nvSpPr>
      <dsp:spPr>
        <a:xfrm>
          <a:off x="2500394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AC5D78-7850-4035-8704-DF7C64960868}">
      <dsp:nvSpPr>
        <dsp:cNvPr id="0" name=""/>
        <dsp:cNvSpPr/>
      </dsp:nvSpPr>
      <dsp:spPr>
        <a:xfrm>
          <a:off x="4998738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28AF0-D1B3-467C-AB33-0722BCB13503}">
      <dsp:nvSpPr>
        <dsp:cNvPr id="0" name=""/>
        <dsp:cNvSpPr/>
      </dsp:nvSpPr>
      <dsp:spPr>
        <a:xfrm>
          <a:off x="4998738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Topologia a reverse proxy:</a:t>
          </a:r>
          <a:r>
            <a:rPr lang="it-IT" sz="1400" b="0" i="0" kern="1200" dirty="0"/>
            <a:t> il browser parla solo con </a:t>
          </a:r>
          <a:r>
            <a:rPr lang="it-IT" sz="1400" b="0" i="0" kern="1200" dirty="0" err="1"/>
            <a:t>Nginx</a:t>
          </a:r>
          <a:r>
            <a:rPr lang="it-IT" sz="1400" b="0" i="0" kern="1200" dirty="0"/>
            <a:t>; /api/ instradato sulla rete privata</a:t>
          </a:r>
          <a:endParaRPr lang="en-US" sz="1400" kern="1200" dirty="0"/>
        </a:p>
      </dsp:txBody>
      <dsp:txXfrm>
        <a:off x="4998738" y="1471929"/>
        <a:ext cx="2126249" cy="965689"/>
      </dsp:txXfrm>
    </dsp:sp>
    <dsp:sp modelId="{A5C7748A-92A1-46D9-8305-5D785AAC745F}">
      <dsp:nvSpPr>
        <dsp:cNvPr id="0" name=""/>
        <dsp:cNvSpPr/>
      </dsp:nvSpPr>
      <dsp:spPr>
        <a:xfrm>
          <a:off x="4998738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 dirty="0"/>
            <a:t>BE e DB </a:t>
          </a:r>
          <a:r>
            <a:rPr lang="it-IT" sz="1100" b="1" i="0" kern="1200" dirty="0"/>
            <a:t>mai esposti su internet</a:t>
          </a:r>
          <a:r>
            <a:rPr lang="it-IT" sz="1100" b="0" i="0" kern="1200" dirty="0"/>
            <a:t> (VPC, defense in </a:t>
          </a:r>
          <a:r>
            <a:rPr lang="it-IT" sz="1100" b="0" i="0" kern="1200" dirty="0" err="1"/>
            <a:t>depth</a:t>
          </a:r>
          <a:r>
            <a:rPr lang="it-IT" sz="1100" b="0" i="0" kern="1200" dirty="0"/>
            <a:t>)</a:t>
          </a:r>
          <a:endParaRPr lang="en-US" sz="1100" kern="1200" dirty="0"/>
        </a:p>
      </dsp:txBody>
      <dsp:txXfrm>
        <a:off x="4998738" y="2480665"/>
        <a:ext cx="2126249" cy="306824"/>
      </dsp:txXfrm>
    </dsp:sp>
    <dsp:sp modelId="{D4C29529-F46F-4411-A74C-D959006CFDA5}">
      <dsp:nvSpPr>
        <dsp:cNvPr id="0" name=""/>
        <dsp:cNvSpPr/>
      </dsp:nvSpPr>
      <dsp:spPr>
        <a:xfrm>
          <a:off x="7497082" y="635193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7632E-215F-461A-8993-13E3850412B2}">
      <dsp:nvSpPr>
        <dsp:cNvPr id="0" name=""/>
        <dsp:cNvSpPr/>
      </dsp:nvSpPr>
      <dsp:spPr>
        <a:xfrm>
          <a:off x="7497082" y="1471929"/>
          <a:ext cx="2126249" cy="965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SPA:</a:t>
          </a:r>
          <a:r>
            <a:rPr lang="it-IT" sz="1400" b="0" i="0" kern="1200" dirty="0"/>
            <a:t> aggiornamenti senza </a:t>
          </a:r>
          <a:r>
            <a:rPr lang="it-IT" sz="1400" b="0" i="0" kern="1200" dirty="0" err="1"/>
            <a:t>reload</a:t>
          </a:r>
          <a:r>
            <a:rPr lang="it-IT" sz="1400" b="0" i="0" kern="1200" dirty="0"/>
            <a:t> → reattività; complessità spostata sul client</a:t>
          </a:r>
          <a:endParaRPr lang="en-US" sz="1400" kern="1200" dirty="0"/>
        </a:p>
      </dsp:txBody>
      <dsp:txXfrm>
        <a:off x="7497082" y="1471929"/>
        <a:ext cx="2126249" cy="965689"/>
      </dsp:txXfrm>
    </dsp:sp>
    <dsp:sp modelId="{3A26B7F7-3B86-407E-B579-7BE91564C379}">
      <dsp:nvSpPr>
        <dsp:cNvPr id="0" name=""/>
        <dsp:cNvSpPr/>
      </dsp:nvSpPr>
      <dsp:spPr>
        <a:xfrm>
          <a:off x="7497082" y="2480665"/>
          <a:ext cx="2126249" cy="306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DDD8F-2F00-4E09-BF9C-197F7DAB06E6}">
      <dsp:nvSpPr>
        <dsp:cNvPr id="0" name=""/>
        <dsp:cNvSpPr/>
      </dsp:nvSpPr>
      <dsp:spPr>
        <a:xfrm>
          <a:off x="689816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0B2A8-EC84-4800-9396-FBDD9A158253}">
      <dsp:nvSpPr>
        <dsp:cNvPr id="0" name=""/>
        <dsp:cNvSpPr/>
      </dsp:nvSpPr>
      <dsp:spPr>
        <a:xfrm>
          <a:off x="4938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4 livelli, dipendenze solo verso il basso:</a:t>
          </a:r>
          <a:endParaRPr lang="en-US" sz="1400" kern="1200"/>
        </a:p>
      </dsp:txBody>
      <dsp:txXfrm>
        <a:off x="4938" y="904454"/>
        <a:ext cx="2107315" cy="1067239"/>
      </dsp:txXfrm>
    </dsp:sp>
    <dsp:sp modelId="{AB42133E-1FEF-4663-8142-95B32193B8F1}">
      <dsp:nvSpPr>
        <dsp:cNvPr id="0" name=""/>
        <dsp:cNvSpPr/>
      </dsp:nvSpPr>
      <dsp:spPr>
        <a:xfrm>
          <a:off x="4938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Controller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presentation</a:t>
          </a:r>
          <a:r>
            <a:rPr lang="it-IT" sz="1100" b="0" i="0" kern="1200" dirty="0"/>
            <a:t>: HTTP/JSON, estrae la sessione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Service</a:t>
          </a:r>
          <a:r>
            <a:rPr lang="it-IT" sz="1100" b="0" i="0" kern="1200"/>
            <a:t> — business: regole, autorizzazione per ruolo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Repository</a:t>
          </a:r>
          <a:r>
            <a:rPr lang="it-IT" sz="1100" b="0" i="0" kern="1200"/>
            <a:t> — data access: Spring Data JPA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Model</a:t>
          </a:r>
          <a:r>
            <a:rPr lang="it-IT" sz="1100" b="0" i="0" kern="1200"/>
            <a:t> — dominio: entità JPA</a:t>
          </a:r>
          <a:endParaRPr lang="en-US" sz="1100" kern="1200"/>
        </a:p>
      </dsp:txBody>
      <dsp:txXfrm>
        <a:off x="4938" y="2039284"/>
        <a:ext cx="2107315" cy="1361824"/>
      </dsp:txXfrm>
    </dsp:sp>
    <dsp:sp modelId="{361383DE-5AA3-4BE5-A331-CA5BC624766F}">
      <dsp:nvSpPr>
        <dsp:cNvPr id="0" name=""/>
        <dsp:cNvSpPr/>
      </dsp:nvSpPr>
      <dsp:spPr>
        <a:xfrm>
          <a:off x="3165911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64712-83AB-4878-B965-2DF0CCD77265}">
      <dsp:nvSpPr>
        <dsp:cNvPr id="0" name=""/>
        <dsp:cNvSpPr/>
      </dsp:nvSpPr>
      <dsp:spPr>
        <a:xfrm>
          <a:off x="2481033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Trasversali:</a:t>
          </a:r>
          <a:endParaRPr lang="en-US" sz="1400" kern="1200"/>
        </a:p>
      </dsp:txBody>
      <dsp:txXfrm>
        <a:off x="2481033" y="904454"/>
        <a:ext cx="2107315" cy="1067239"/>
      </dsp:txXfrm>
    </dsp:sp>
    <dsp:sp modelId="{357C0C87-FBA3-48FD-AE8C-526CC7440D71}">
      <dsp:nvSpPr>
        <dsp:cNvPr id="0" name=""/>
        <dsp:cNvSpPr/>
      </dsp:nvSpPr>
      <dsp:spPr>
        <a:xfrm>
          <a:off x="2481033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 dirty="0"/>
            <a:t>errori centralizzati — gerarchia </a:t>
          </a:r>
          <a:r>
            <a:rPr lang="it-IT" sz="1100" b="0" i="0" kern="1200" dirty="0" err="1"/>
            <a:t>ApiException</a:t>
          </a:r>
          <a:r>
            <a:rPr lang="it-IT" sz="1100" b="0" i="0" kern="1200" dirty="0"/>
            <a:t> → status HTTP, un solo @RestControllerAdvice</a:t>
          </a:r>
          <a:endParaRPr lang="en-US" sz="1100" kern="1200" dirty="0"/>
        </a:p>
      </dsp:txBody>
      <dsp:txXfrm>
        <a:off x="2481033" y="2039284"/>
        <a:ext cx="2107315" cy="1361824"/>
      </dsp:txXfrm>
    </dsp:sp>
    <dsp:sp modelId="{AC8D362D-9894-4D29-A309-493D96BBCD02}">
      <dsp:nvSpPr>
        <dsp:cNvPr id="0" name=""/>
        <dsp:cNvSpPr/>
      </dsp:nvSpPr>
      <dsp:spPr>
        <a:xfrm>
          <a:off x="5642006" y="21573"/>
          <a:ext cx="737560" cy="737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A8D85-CE3A-406B-8252-D4F20597119A}">
      <dsp:nvSpPr>
        <dsp:cNvPr id="0" name=""/>
        <dsp:cNvSpPr/>
      </dsp:nvSpPr>
      <dsp:spPr>
        <a:xfrm>
          <a:off x="4957129" y="904454"/>
          <a:ext cx="2107315" cy="1067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Data </a:t>
          </a:r>
          <a:r>
            <a:rPr lang="it-IT" sz="1400" b="1" i="0" kern="1200" dirty="0" err="1"/>
            <a:t>layer</a:t>
          </a:r>
          <a:r>
            <a:rPr lang="it-IT" sz="1400" b="1" i="0" kern="1200" dirty="0"/>
            <a:t> ottimizzato:</a:t>
          </a:r>
          <a:r>
            <a:rPr lang="it-IT" sz="1400" b="0" i="0" kern="1200" dirty="0"/>
            <a:t> proiezione diretta su DTO (mai il </a:t>
          </a:r>
          <a:r>
            <a:rPr lang="it-IT" sz="1400" b="0" i="0" kern="1200" dirty="0" err="1"/>
            <a:t>bytea</a:t>
          </a:r>
          <a:r>
            <a:rPr lang="it-IT" sz="1400" b="0" i="0" kern="1200" dirty="0"/>
            <a:t> in lista) · polling incrementale su </a:t>
          </a:r>
          <a:r>
            <a:rPr lang="it-IT" sz="1400" b="0" i="0" kern="1200" dirty="0" err="1"/>
            <a:t>version</a:t>
          </a:r>
          <a:endParaRPr lang="en-US" sz="1400" kern="1200" dirty="0" err="1"/>
        </a:p>
      </dsp:txBody>
      <dsp:txXfrm>
        <a:off x="4957129" y="904454"/>
        <a:ext cx="2107315" cy="1067239"/>
      </dsp:txXfrm>
    </dsp:sp>
    <dsp:sp modelId="{A7CA94D9-8038-40BF-969B-D33E70376404}">
      <dsp:nvSpPr>
        <dsp:cNvPr id="0" name=""/>
        <dsp:cNvSpPr/>
      </dsp:nvSpPr>
      <dsp:spPr>
        <a:xfrm>
          <a:off x="4957129" y="2039284"/>
          <a:ext cx="2107315" cy="1361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728E2-9BC5-41D6-8959-9E302E77A7B1}">
      <dsp:nvSpPr>
        <dsp:cNvPr id="0" name=""/>
        <dsp:cNvSpPr/>
      </dsp:nvSpPr>
      <dsp:spPr>
        <a:xfrm>
          <a:off x="614751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DD4CE-958A-46F7-B3A8-407F4E12797E}">
      <dsp:nvSpPr>
        <dsp:cNvPr id="0" name=""/>
        <dsp:cNvSpPr/>
      </dsp:nvSpPr>
      <dsp:spPr>
        <a:xfrm>
          <a:off x="7858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Entità:</a:t>
          </a:r>
          <a:r>
            <a:rPr lang="it-IT" sz="1400" b="0" i="0" kern="1200"/>
            <a:t> Utente (ruolo) · Issue · Sessione · Notifica — Commento incorporato nella Issue</a:t>
          </a:r>
          <a:endParaRPr lang="en-US" sz="1400" kern="1200"/>
        </a:p>
      </dsp:txBody>
      <dsp:txXfrm>
        <a:off x="7858" y="963363"/>
        <a:ext cx="1867363" cy="951620"/>
      </dsp:txXfrm>
    </dsp:sp>
    <dsp:sp modelId="{138EE042-4F26-4753-8BC1-3BA18A4A5631}">
      <dsp:nvSpPr>
        <dsp:cNvPr id="0" name=""/>
        <dsp:cNvSpPr/>
      </dsp:nvSpPr>
      <dsp:spPr>
        <a:xfrm>
          <a:off x="7858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29508A-8E1B-487C-A50B-7E6CE4D2D2FA}">
      <dsp:nvSpPr>
        <dsp:cNvPr id="0" name=""/>
        <dsp:cNvSpPr/>
      </dsp:nvSpPr>
      <dsp:spPr>
        <a:xfrm>
          <a:off x="2808902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A5D47-ED76-44F1-9BF1-B75C3B4B6495}">
      <dsp:nvSpPr>
        <dsp:cNvPr id="0" name=""/>
        <dsp:cNvSpPr/>
      </dsp:nvSpPr>
      <dsp:spPr>
        <a:xfrm>
          <a:off x="2202009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Issue è il nucleo:</a:t>
          </a:r>
          <a:r>
            <a:rPr lang="it-IT" sz="1400" b="0" i="0" kern="1200"/>
            <a:t> stato, tipo, priorità, scadenza, etichette, allegato, 3 relazioni verso Utente</a:t>
          </a:r>
          <a:endParaRPr lang="en-US" sz="1400" kern="1200"/>
        </a:p>
      </dsp:txBody>
      <dsp:txXfrm>
        <a:off x="2202009" y="963363"/>
        <a:ext cx="1867363" cy="951620"/>
      </dsp:txXfrm>
    </dsp:sp>
    <dsp:sp modelId="{E2FAB69F-E83D-472E-83EA-FA8B8BC4CC41}">
      <dsp:nvSpPr>
        <dsp:cNvPr id="0" name=""/>
        <dsp:cNvSpPr/>
      </dsp:nvSpPr>
      <dsp:spPr>
        <a:xfrm>
          <a:off x="2202009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24A9D5-6F93-4760-8F59-28965F9AD8ED}">
      <dsp:nvSpPr>
        <dsp:cNvPr id="0" name=""/>
        <dsp:cNvSpPr/>
      </dsp:nvSpPr>
      <dsp:spPr>
        <a:xfrm>
          <a:off x="5003054" y="304621"/>
          <a:ext cx="653577" cy="53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455E5-90C0-4854-8E39-CEF123BB5673}">
      <dsp:nvSpPr>
        <dsp:cNvPr id="0" name=""/>
        <dsp:cNvSpPr/>
      </dsp:nvSpPr>
      <dsp:spPr>
        <a:xfrm>
          <a:off x="4396161" y="963363"/>
          <a:ext cx="1867363" cy="95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Scelte di persistenza motivate:</a:t>
          </a:r>
          <a:endParaRPr lang="en-US" sz="1400" kern="1200"/>
        </a:p>
      </dsp:txBody>
      <dsp:txXfrm>
        <a:off x="4396161" y="963363"/>
        <a:ext cx="1867363" cy="951620"/>
      </dsp:txXfrm>
    </dsp:sp>
    <dsp:sp modelId="{3EE54B67-AE36-4CD0-8542-17221A54E5A4}">
      <dsp:nvSpPr>
        <dsp:cNvPr id="0" name=""/>
        <dsp:cNvSpPr/>
      </dsp:nvSpPr>
      <dsp:spPr>
        <a:xfrm>
          <a:off x="4396161" y="1971252"/>
          <a:ext cx="1867363" cy="11468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campo </a:t>
          </a:r>
          <a:r>
            <a:rPr lang="it-IT" sz="1100" b="1" i="0" kern="1200"/>
            <a:t>version (@Version)</a:t>
          </a:r>
          <a:r>
            <a:rPr lang="it-IT" sz="1100" b="0" i="0" kern="1200"/>
            <a:t> → concorrenza ottimistica (RS-06)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etichette </a:t>
          </a:r>
          <a:r>
            <a:rPr lang="it-IT" sz="1100" b="1" i="0" kern="1200"/>
            <a:t>text[]</a:t>
          </a:r>
          <a:r>
            <a:rPr lang="it-IT" sz="1100" b="0" i="0" kern="1200"/>
            <a:t>, commenti </a:t>
          </a:r>
          <a:r>
            <a:rPr lang="it-IT" sz="1100" b="1" i="0" kern="1200"/>
            <a:t>jsonb</a:t>
          </a:r>
          <a:r>
            <a:rPr lang="it-IT" sz="1100" b="0" i="0" kern="1200"/>
            <a:t> → PostgreSQL ibrido relazionale/documentale, niente tabelle di join per dati consultivi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sessione con chiave </a:t>
          </a:r>
          <a:r>
            <a:rPr lang="it-IT" sz="1100" b="1" i="0" kern="1200"/>
            <a:t>UUID</a:t>
          </a:r>
          <a:r>
            <a:rPr lang="it-IT" sz="1100" b="0" i="0" kern="1200"/>
            <a:t> → previene ID-enumeration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password </a:t>
          </a:r>
          <a:r>
            <a:rPr lang="it-IT" sz="1100" b="1" i="0" kern="1200"/>
            <a:t>hash BCrypt</a:t>
          </a:r>
          <a:r>
            <a:rPr lang="it-IT" sz="1100" b="0" i="0" kern="1200"/>
            <a:t>, mai in chiaro (RNF-01)</a:t>
          </a:r>
          <a:endParaRPr lang="en-US" sz="1100" kern="1200"/>
        </a:p>
      </dsp:txBody>
      <dsp:txXfrm>
        <a:off x="4396161" y="1971252"/>
        <a:ext cx="1867363" cy="11468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24BBB-9971-4822-BAC4-ABC14335AA2B}">
      <dsp:nvSpPr>
        <dsp:cNvPr id="0" name=""/>
        <dsp:cNvSpPr/>
      </dsp:nvSpPr>
      <dsp:spPr>
        <a:xfrm>
          <a:off x="467378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AE1E95-4F26-431E-97FF-009F3AE6CE87}">
      <dsp:nvSpPr>
        <dsp:cNvPr id="0" name=""/>
        <dsp:cNvSpPr/>
      </dsp:nvSpPr>
      <dsp:spPr>
        <a:xfrm>
          <a:off x="3316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Builder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IssueBuilder</a:t>
          </a:r>
          <a:r>
            <a:rPr lang="it-IT" sz="1100" b="0" i="0" kern="1200" dirty="0"/>
            <a:t>: conversioni </a:t>
          </a:r>
          <a:r>
            <a:rPr lang="it-IT" sz="1100" b="0" i="0" kern="1200" dirty="0" err="1"/>
            <a:t>DTO→dominio</a:t>
          </a:r>
          <a:r>
            <a:rPr lang="it-IT" sz="1100" b="0" i="0" kern="1200" dirty="0"/>
            <a:t> accentrate; nessuna entità inconsistente (l’unica via è build())</a:t>
          </a:r>
          <a:endParaRPr lang="en-US" sz="1100" kern="1200" dirty="0"/>
        </a:p>
      </dsp:txBody>
      <dsp:txXfrm>
        <a:off x="3316" y="1704227"/>
        <a:ext cx="1687500" cy="1102148"/>
      </dsp:txXfrm>
    </dsp:sp>
    <dsp:sp modelId="{B2C3555A-B97A-4D1F-9121-8A952F670E27}">
      <dsp:nvSpPr>
        <dsp:cNvPr id="0" name=""/>
        <dsp:cNvSpPr/>
      </dsp:nvSpPr>
      <dsp:spPr>
        <a:xfrm>
          <a:off x="2450191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9DE9F-E9C3-4D0E-B637-87BF9DBF2FE0}">
      <dsp:nvSpPr>
        <dsp:cNvPr id="0" name=""/>
        <dsp:cNvSpPr/>
      </dsp:nvSpPr>
      <dsp:spPr>
        <a:xfrm>
          <a:off x="1986128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Observer / event-</a:t>
          </a:r>
          <a:r>
            <a:rPr lang="it-IT" sz="1100" b="1" i="0" kern="1200" dirty="0" err="1"/>
            <a:t>driven</a:t>
          </a:r>
          <a:r>
            <a:rPr lang="it-IT" sz="1100" b="0" i="0" kern="1200" dirty="0"/>
            <a:t> — </a:t>
          </a:r>
          <a:r>
            <a:rPr lang="it-IT" sz="1100" b="0" i="0" kern="1200" dirty="0" err="1"/>
            <a:t>IssueAssegnataEvent</a:t>
          </a:r>
          <a:r>
            <a:rPr lang="it-IT" sz="1100" b="0" i="0" kern="1200" dirty="0"/>
            <a:t> + </a:t>
          </a:r>
          <a:r>
            <a:rPr lang="it-IT" sz="1100" b="0" i="0" kern="1200" dirty="0" err="1"/>
            <a:t>NotificaListener</a:t>
          </a:r>
          <a:r>
            <a:rPr lang="it-IT" sz="1100" b="0" i="0" kern="1200" dirty="0"/>
            <a:t>: le notifiche escono da </a:t>
          </a:r>
          <a:r>
            <a:rPr lang="it-IT" sz="1100" b="0" i="0" kern="1200" dirty="0" err="1"/>
            <a:t>IssueService</a:t>
          </a:r>
          <a:r>
            <a:rPr lang="it-IT" sz="1100" b="0" i="0" kern="1200" dirty="0"/>
            <a:t> → SRP, zero accoppiamento verso </a:t>
          </a:r>
          <a:r>
            <a:rPr lang="it-IT" sz="1100" b="0" i="0" kern="1200" dirty="0" err="1"/>
            <a:t>NotificaRepository</a:t>
          </a:r>
          <a:endParaRPr lang="en-US" sz="1100" kern="1200" dirty="0" err="1"/>
        </a:p>
      </dsp:txBody>
      <dsp:txXfrm>
        <a:off x="1986128" y="1704227"/>
        <a:ext cx="1687500" cy="1102148"/>
      </dsp:txXfrm>
    </dsp:sp>
    <dsp:sp modelId="{D797A641-7353-4ED6-9B44-DC070F71BD2A}">
      <dsp:nvSpPr>
        <dsp:cNvPr id="0" name=""/>
        <dsp:cNvSpPr/>
      </dsp:nvSpPr>
      <dsp:spPr>
        <a:xfrm>
          <a:off x="4433004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6CEC7-BEFD-45FE-981F-E4D91BDC9C5F}">
      <dsp:nvSpPr>
        <dsp:cNvPr id="0" name=""/>
        <dsp:cNvSpPr/>
      </dsp:nvSpPr>
      <dsp:spPr>
        <a:xfrm>
          <a:off x="3968941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DTO + Mapper</a:t>
          </a:r>
          <a:r>
            <a:rPr lang="it-IT" sz="1100" b="0" i="0" kern="1200"/>
            <a:t> — payload profilati per ruolo e caso d’uso; il modello interno non transita mai sulla rete</a:t>
          </a:r>
          <a:endParaRPr lang="en-US" sz="1100" kern="1200"/>
        </a:p>
      </dsp:txBody>
      <dsp:txXfrm>
        <a:off x="3968941" y="1704227"/>
        <a:ext cx="1687500" cy="1102148"/>
      </dsp:txXfrm>
    </dsp:sp>
    <dsp:sp modelId="{B6FBA3DA-D6FF-4D6E-B5F3-14D4426D3727}">
      <dsp:nvSpPr>
        <dsp:cNvPr id="0" name=""/>
        <dsp:cNvSpPr/>
      </dsp:nvSpPr>
      <dsp:spPr>
        <a:xfrm>
          <a:off x="6415816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C9E01-7144-4B6B-A847-55EBC0C386FC}">
      <dsp:nvSpPr>
        <dsp:cNvPr id="0" name=""/>
        <dsp:cNvSpPr/>
      </dsp:nvSpPr>
      <dsp:spPr>
        <a:xfrm>
          <a:off x="5951754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>
              <a:latin typeface="Century Gothic" panose="020B0502020202020204"/>
            </a:rPr>
            <a:t>Singleton</a:t>
          </a:r>
          <a:r>
            <a:rPr lang="it-IT" sz="1100" b="1" kern="1200" dirty="0">
              <a:latin typeface="Century Gothic" panose="020B0502020202020204"/>
            </a:rPr>
            <a:t> </a:t>
          </a:r>
          <a:r>
            <a:rPr lang="it-IT" sz="1100" b="0" kern="1200" dirty="0">
              <a:latin typeface="Calibri"/>
              <a:ea typeface="Calibri"/>
              <a:cs typeface="Calibri"/>
            </a:rPr>
            <a:t>—</a:t>
          </a:r>
          <a:r>
            <a:rPr lang="it-IT" sz="1100" b="1" kern="1200" dirty="0">
              <a:latin typeface="Century Gothic" panose="020B0502020202020204"/>
            </a:rPr>
            <a:t> </a:t>
          </a:r>
          <a:r>
            <a:rPr lang="it-IT" sz="1100" b="0" kern="1200" dirty="0">
              <a:latin typeface="Century Gothic" panose="020B0502020202020204"/>
            </a:rPr>
            <a:t>implementato mediante </a:t>
          </a:r>
          <a:r>
            <a:rPr lang="it-IT" sz="1100" b="0" kern="1200" dirty="0" err="1">
              <a:latin typeface="Century Gothic" panose="020B0502020202020204"/>
            </a:rPr>
            <a:t>Dependency</a:t>
          </a:r>
          <a:r>
            <a:rPr lang="it-IT" sz="1100" b="0" kern="1200" dirty="0">
              <a:latin typeface="Century Gothic" panose="020B0502020202020204"/>
            </a:rPr>
            <a:t> Injection delle istanze </a:t>
          </a:r>
        </a:p>
      </dsp:txBody>
      <dsp:txXfrm>
        <a:off x="5951754" y="1704227"/>
        <a:ext cx="1687500" cy="1102148"/>
      </dsp:txXfrm>
    </dsp:sp>
    <dsp:sp modelId="{6EFCB538-6FB2-4FC5-B5DF-C716C28F5C15}">
      <dsp:nvSpPr>
        <dsp:cNvPr id="0" name=""/>
        <dsp:cNvSpPr/>
      </dsp:nvSpPr>
      <dsp:spPr>
        <a:xfrm>
          <a:off x="8398629" y="616306"/>
          <a:ext cx="759375" cy="7593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004B1-DBB3-48CF-8B78-26614508911B}">
      <dsp:nvSpPr>
        <dsp:cNvPr id="0" name=""/>
        <dsp:cNvSpPr/>
      </dsp:nvSpPr>
      <dsp:spPr>
        <a:xfrm>
          <a:off x="7934566" y="1704227"/>
          <a:ext cx="1687500" cy="1102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>
              <a:latin typeface="Century Gothic" panose="020B0502020202020204"/>
            </a:rPr>
            <a:t>SOLID </a:t>
          </a:r>
          <a:r>
            <a:rPr lang="it-IT" sz="1100" b="1" kern="1200" dirty="0">
              <a:latin typeface="Century Gothic" panose="020B0502020202020204"/>
            </a:rPr>
            <a:t>PRINCIPLES </a:t>
          </a:r>
          <a:r>
            <a:rPr lang="it-IT" sz="1100" kern="1200" dirty="0">
              <a:latin typeface="Calibri"/>
              <a:ea typeface="Calibri"/>
              <a:cs typeface="Calibri"/>
            </a:rPr>
            <a:t>— </a:t>
          </a:r>
          <a:r>
            <a:rPr lang="it-IT" sz="1100" kern="1200" dirty="0" err="1">
              <a:latin typeface="Calibri"/>
              <a:ea typeface="Calibri"/>
              <a:cs typeface="Calibri"/>
            </a:rPr>
            <a:t>attentemente</a:t>
          </a:r>
          <a:r>
            <a:rPr lang="it-IT" sz="1100" kern="1200" dirty="0">
              <a:latin typeface="Calibri"/>
              <a:ea typeface="Calibri"/>
              <a:cs typeface="Calibri"/>
            </a:rPr>
            <a:t> implementati nel </a:t>
          </a:r>
          <a:r>
            <a:rPr lang="it-IT" sz="1100" kern="1200" dirty="0" err="1">
              <a:latin typeface="Calibri"/>
              <a:ea typeface="Calibri"/>
              <a:cs typeface="Calibri"/>
            </a:rPr>
            <a:t>backend</a:t>
          </a:r>
          <a:endParaRPr lang="it-IT" sz="1100" kern="1200" dirty="0" err="1"/>
        </a:p>
      </dsp:txBody>
      <dsp:txXfrm>
        <a:off x="7934566" y="1704227"/>
        <a:ext cx="1687500" cy="11021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CAE3D-6878-4B84-8266-DF53C1657C66}">
      <dsp:nvSpPr>
        <dsp:cNvPr id="0" name=""/>
        <dsp:cNvSpPr/>
      </dsp:nvSpPr>
      <dsp:spPr>
        <a:xfrm>
          <a:off x="0" y="84499"/>
          <a:ext cx="6391275" cy="9298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Risorse sotto /api/</a:t>
          </a:r>
          <a:r>
            <a:rPr lang="it-IT" sz="1700" b="0" i="0" kern="1200"/>
            <a:t> — auth · issues · user · notifies, verbi HTTP semanticamente corretti (GET/POST/PUT/DELETE)</a:t>
          </a:r>
          <a:endParaRPr lang="en-US" sz="1700" kern="1200"/>
        </a:p>
      </dsp:txBody>
      <dsp:txXfrm>
        <a:off x="45392" y="129891"/>
        <a:ext cx="6300491" cy="839073"/>
      </dsp:txXfrm>
    </dsp:sp>
    <dsp:sp modelId="{7B5720FF-5B5B-4B6E-8BA9-D890072C0A0F}">
      <dsp:nvSpPr>
        <dsp:cNvPr id="0" name=""/>
        <dsp:cNvSpPr/>
      </dsp:nvSpPr>
      <dsp:spPr>
        <a:xfrm>
          <a:off x="0" y="1063317"/>
          <a:ext cx="6391275" cy="929857"/>
        </a:xfrm>
        <a:prstGeom prst="roundRect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Sessione nell’header X-Session-Id</a:t>
          </a:r>
          <a:r>
            <a:rPr lang="it-IT" sz="1700" b="0" i="0" kern="1200"/>
            <a:t>, mai nell’URL → non compare in log del server e cronologia del browser</a:t>
          </a:r>
          <a:endParaRPr lang="en-US" sz="1700" kern="1200"/>
        </a:p>
      </dsp:txBody>
      <dsp:txXfrm>
        <a:off x="45392" y="1108709"/>
        <a:ext cx="6300491" cy="839073"/>
      </dsp:txXfrm>
    </dsp:sp>
    <dsp:sp modelId="{F5FF8DB9-9AAB-4A29-832F-748D69B26E03}">
      <dsp:nvSpPr>
        <dsp:cNvPr id="0" name=""/>
        <dsp:cNvSpPr/>
      </dsp:nvSpPr>
      <dsp:spPr>
        <a:xfrm>
          <a:off x="0" y="2042134"/>
          <a:ext cx="6391275" cy="929857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Errori uniformi:</a:t>
          </a:r>
          <a:r>
            <a:rPr lang="it-IT" sz="1700" b="0" i="0" kern="1200"/>
            <a:t> ApiException → 400 / 403 / 404 / 409, tradotti in un unico punto (GlobalExceptionHandler)</a:t>
          </a:r>
          <a:endParaRPr lang="en-US" sz="1700" kern="1200"/>
        </a:p>
      </dsp:txBody>
      <dsp:txXfrm>
        <a:off x="45392" y="2087526"/>
        <a:ext cx="6300491" cy="839073"/>
      </dsp:txXfrm>
    </dsp:sp>
    <dsp:sp modelId="{8456EE03-B0C1-418C-AC14-1C2FC1B6D9C4}">
      <dsp:nvSpPr>
        <dsp:cNvPr id="0" name=""/>
        <dsp:cNvSpPr/>
      </dsp:nvSpPr>
      <dsp:spPr>
        <a:xfrm>
          <a:off x="0" y="2971992"/>
          <a:ext cx="6391275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300" b="0" i="0" kern="1200"/>
            <a:t>conflitto da lock ottimistico → </a:t>
          </a:r>
          <a:r>
            <a:rPr lang="it-IT" sz="1300" b="1" i="0" kern="1200"/>
            <a:t>409 Conflict</a:t>
          </a:r>
          <a:r>
            <a:rPr lang="it-IT" sz="1300" b="0" i="0" kern="1200"/>
            <a:t>: “ricarica e riprova”</a:t>
          </a:r>
          <a:endParaRPr lang="en-US" sz="1300" kern="1200"/>
        </a:p>
      </dsp:txBody>
      <dsp:txXfrm>
        <a:off x="0" y="2971992"/>
        <a:ext cx="6391275" cy="281520"/>
      </dsp:txXfrm>
    </dsp:sp>
    <dsp:sp modelId="{41DF4AB2-45A7-458B-BC38-7C44B18DFB8E}">
      <dsp:nvSpPr>
        <dsp:cNvPr id="0" name=""/>
        <dsp:cNvSpPr/>
      </dsp:nvSpPr>
      <dsp:spPr>
        <a:xfrm>
          <a:off x="0" y="3253512"/>
          <a:ext cx="6391275" cy="929857"/>
        </a:xfrm>
        <a:prstGeom prst="roundRect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Risposte profilate per ruolo:</a:t>
          </a:r>
          <a:r>
            <a:rPr lang="it-IT" sz="1700" b="0" i="0" kern="1200"/>
            <a:t> IssueResponse · IssueResponseUser · IssueSpecificAdmin — ogni client vede solo ciò che gli spetta</a:t>
          </a:r>
          <a:endParaRPr lang="en-US" sz="1700" kern="1200"/>
        </a:p>
      </dsp:txBody>
      <dsp:txXfrm>
        <a:off x="45392" y="3298904"/>
        <a:ext cx="6300491" cy="839073"/>
      </dsp:txXfrm>
    </dsp:sp>
    <dsp:sp modelId="{12D61A6A-B82E-41AA-945A-E6495AD2ABD5}">
      <dsp:nvSpPr>
        <dsp:cNvPr id="0" name=""/>
        <dsp:cNvSpPr/>
      </dsp:nvSpPr>
      <dsp:spPr>
        <a:xfrm>
          <a:off x="0" y="4232329"/>
          <a:ext cx="6391275" cy="929857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i="0" kern="1200"/>
            <a:t>Endpoint delta:</a:t>
          </a:r>
          <a:r>
            <a:rPr lang="it-IT" sz="1700" b="0" i="0" kern="1200"/>
            <a:t> GET /api/issues/versions restituisce le sole coppie (id, version) → dashboard aggiornata a costo costante</a:t>
          </a:r>
          <a:endParaRPr lang="en-US" sz="1700" kern="1200"/>
        </a:p>
      </dsp:txBody>
      <dsp:txXfrm>
        <a:off x="45392" y="4277721"/>
        <a:ext cx="6300491" cy="83907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4427F-027F-464A-8B10-9A86E78E6F73}">
      <dsp:nvSpPr>
        <dsp:cNvPr id="0" name=""/>
        <dsp:cNvSpPr/>
      </dsp:nvSpPr>
      <dsp:spPr>
        <a:xfrm>
          <a:off x="560072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6FB99-A8A9-4CE3-AC9F-5902AF456166}">
      <dsp:nvSpPr>
        <dsp:cNvPr id="0" name=""/>
        <dsp:cNvSpPr/>
      </dsp:nvSpPr>
      <dsp:spPr>
        <a:xfrm>
          <a:off x="12705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Livello:</a:t>
          </a:r>
          <a:r>
            <a:rPr lang="it-IT" sz="1400" b="0" i="0" kern="1200" dirty="0"/>
            <a:t> </a:t>
          </a:r>
          <a:r>
            <a:rPr lang="it-IT" sz="1400" b="0" i="0" kern="1200" dirty="0" err="1"/>
            <a:t>unit</a:t>
          </a:r>
          <a:r>
            <a:rPr lang="it-IT" sz="1400" b="0" i="0" kern="1200" dirty="0"/>
            <a:t> test sui Service — la logica di business verificata in isolamento</a:t>
          </a:r>
          <a:endParaRPr lang="en-US" sz="1400" kern="1200" dirty="0"/>
        </a:p>
      </dsp:txBody>
      <dsp:txXfrm>
        <a:off x="12705" y="870473"/>
        <a:ext cx="1684205" cy="1509922"/>
      </dsp:txXfrm>
    </dsp:sp>
    <dsp:sp modelId="{E6D76D76-84F9-4DB0-AB44-CDA3237ED908}">
      <dsp:nvSpPr>
        <dsp:cNvPr id="0" name=""/>
        <dsp:cNvSpPr/>
      </dsp:nvSpPr>
      <dsp:spPr>
        <a:xfrm>
          <a:off x="12705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2B7BF6-A06B-4E3F-AF18-1D4D5AF07848}">
      <dsp:nvSpPr>
        <dsp:cNvPr id="0" name=""/>
        <dsp:cNvSpPr/>
      </dsp:nvSpPr>
      <dsp:spPr>
        <a:xfrm>
          <a:off x="2539013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A98B6-5B7A-4703-8344-5BC5994499FF}">
      <dsp:nvSpPr>
        <dsp:cNvPr id="0" name=""/>
        <dsp:cNvSpPr/>
      </dsp:nvSpPr>
      <dsp:spPr>
        <a:xfrm>
          <a:off x="1991646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 err="1"/>
            <a:t>JUnit</a:t>
          </a:r>
          <a:r>
            <a:rPr lang="it-IT" sz="1400" b="1" i="0" kern="1200" dirty="0"/>
            <a:t> 5 + </a:t>
          </a:r>
          <a:r>
            <a:rPr lang="it-IT" sz="1400" b="1" i="0" kern="1200" dirty="0" err="1"/>
            <a:t>Mockito</a:t>
          </a:r>
          <a:r>
            <a:rPr lang="it-IT" sz="1400" b="1" i="0" kern="1200" dirty="0"/>
            <a:t>:</a:t>
          </a:r>
          <a:r>
            <a:rPr lang="it-IT" sz="1400" b="0" i="0" kern="1200" dirty="0"/>
            <a:t> repository e collaboratori sostituiti da </a:t>
          </a:r>
          <a:r>
            <a:rPr lang="it-IT" sz="1400" b="0" i="0" kern="1200" dirty="0" err="1"/>
            <a:t>mock</a:t>
          </a:r>
          <a:r>
            <a:rPr lang="it-IT" sz="1400" b="0" i="0" kern="1200" dirty="0"/>
            <a:t> → test rapidi, deterministici, senza DB</a:t>
          </a:r>
          <a:endParaRPr lang="en-US" sz="1400" kern="1200" dirty="0"/>
        </a:p>
      </dsp:txBody>
      <dsp:txXfrm>
        <a:off x="1991646" y="870473"/>
        <a:ext cx="1684205" cy="1509922"/>
      </dsp:txXfrm>
    </dsp:sp>
    <dsp:sp modelId="{2AE24D27-33BD-4D48-A551-7ECBE137F1AC}">
      <dsp:nvSpPr>
        <dsp:cNvPr id="0" name=""/>
        <dsp:cNvSpPr/>
      </dsp:nvSpPr>
      <dsp:spPr>
        <a:xfrm>
          <a:off x="1991646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261FDA-A25E-4DCD-AB5D-E18E67127A3C}">
      <dsp:nvSpPr>
        <dsp:cNvPr id="0" name=""/>
        <dsp:cNvSpPr/>
      </dsp:nvSpPr>
      <dsp:spPr>
        <a:xfrm>
          <a:off x="4517955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A5136-C4D6-4510-9879-D17B5AB24622}">
      <dsp:nvSpPr>
        <dsp:cNvPr id="0" name=""/>
        <dsp:cNvSpPr/>
      </dsp:nvSpPr>
      <dsp:spPr>
        <a:xfrm>
          <a:off x="3970588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Due strategie complementari:</a:t>
          </a:r>
          <a:endParaRPr lang="en-US" sz="1400" b="1" i="0" kern="1200" dirty="0">
            <a:latin typeface="Century Gothic" panose="020B0502020202020204"/>
          </a:endParaRPr>
        </a:p>
      </dsp:txBody>
      <dsp:txXfrm>
        <a:off x="3970588" y="870473"/>
        <a:ext cx="1684205" cy="1509922"/>
      </dsp:txXfrm>
    </dsp:sp>
    <dsp:sp modelId="{A710F85F-FDB1-4C90-9CFA-29154E9F8B2F}">
      <dsp:nvSpPr>
        <dsp:cNvPr id="0" name=""/>
        <dsp:cNvSpPr/>
      </dsp:nvSpPr>
      <dsp:spPr>
        <a:xfrm>
          <a:off x="3970588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 dirty="0"/>
            <a:t>black-box</a:t>
          </a:r>
          <a:r>
            <a:rPr lang="it-IT" sz="1100" b="0" i="0" kern="1200" dirty="0"/>
            <a:t> (funzionale) — casi derivati dalla specifica: classi di equivalenza</a:t>
          </a:r>
          <a:endParaRPr lang="en-US" sz="1100" b="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i="0" kern="1200"/>
            <a:t>white-box</a:t>
          </a:r>
          <a:r>
            <a:rPr lang="it-IT" sz="1100" b="0" i="0" kern="1200"/>
            <a:t> (strutturale) — casi derivati dal codice: copertura delle condizioni</a:t>
          </a:r>
          <a:endParaRPr lang="en-US" sz="1100" kern="1200"/>
        </a:p>
      </dsp:txBody>
      <dsp:txXfrm>
        <a:off x="3970588" y="2439485"/>
        <a:ext cx="1684205" cy="749102"/>
      </dsp:txXfrm>
    </dsp:sp>
    <dsp:sp modelId="{DABB39FA-A180-4C83-8E41-FE4CF1685A5C}">
      <dsp:nvSpPr>
        <dsp:cNvPr id="0" name=""/>
        <dsp:cNvSpPr/>
      </dsp:nvSpPr>
      <dsp:spPr>
        <a:xfrm>
          <a:off x="6496897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A43B0-721D-4BB0-B160-03A18A0F704E}">
      <dsp:nvSpPr>
        <dsp:cNvPr id="0" name=""/>
        <dsp:cNvSpPr/>
      </dsp:nvSpPr>
      <dsp:spPr>
        <a:xfrm>
          <a:off x="5949530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Sotto test 3 metodi:</a:t>
          </a:r>
          <a:r>
            <a:rPr lang="it-IT" sz="1400" b="0" i="0" kern="1200" dirty="0"/>
            <a:t> </a:t>
          </a:r>
          <a:r>
            <a:rPr lang="it-IT" sz="1400" b="0" i="0" kern="1200" dirty="0" err="1"/>
            <a:t>assignIssueToUser</a:t>
          </a:r>
          <a:r>
            <a:rPr lang="it-IT" sz="1400" b="0" i="0" kern="1200" dirty="0"/>
            <a:t> (5 parametri) · </a:t>
          </a:r>
          <a:r>
            <a:rPr lang="it-IT" sz="1400" b="0" i="0" kern="1200" dirty="0" err="1"/>
            <a:t>aggiungiCommento</a:t>
          </a:r>
          <a:r>
            <a:rPr lang="it-IT" sz="1400" b="0" i="0" kern="1200" dirty="0"/>
            <a:t> (4) · </a:t>
          </a:r>
          <a:r>
            <a:rPr lang="it-IT" sz="1400" b="0" i="0" kern="1200" dirty="0" err="1"/>
            <a:t>deleteUser</a:t>
          </a:r>
          <a:r>
            <a:rPr lang="it-IT" sz="1400" b="0" i="0" kern="1200" dirty="0"/>
            <a:t> (2)</a:t>
          </a:r>
          <a:endParaRPr lang="en-US" sz="1400" kern="1200" dirty="0"/>
        </a:p>
      </dsp:txBody>
      <dsp:txXfrm>
        <a:off x="5949530" y="870473"/>
        <a:ext cx="1684205" cy="1509922"/>
      </dsp:txXfrm>
    </dsp:sp>
    <dsp:sp modelId="{DABE9A27-BCC0-4D4F-AEEF-2310E987E1E7}">
      <dsp:nvSpPr>
        <dsp:cNvPr id="0" name=""/>
        <dsp:cNvSpPr/>
      </dsp:nvSpPr>
      <dsp:spPr>
        <a:xfrm>
          <a:off x="5949530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F1B553-E57F-465A-8730-7D3F88FFB907}">
      <dsp:nvSpPr>
        <dsp:cNvPr id="0" name=""/>
        <dsp:cNvSpPr/>
      </dsp:nvSpPr>
      <dsp:spPr>
        <a:xfrm>
          <a:off x="8475838" y="234094"/>
          <a:ext cx="589471" cy="5093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A2990-731A-4D83-9AA4-B0A19409392B}">
      <dsp:nvSpPr>
        <dsp:cNvPr id="0" name=""/>
        <dsp:cNvSpPr/>
      </dsp:nvSpPr>
      <dsp:spPr>
        <a:xfrm>
          <a:off x="7928472" y="870473"/>
          <a:ext cx="1684205" cy="1509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 dirty="0"/>
            <a:t>Test plan documentato:</a:t>
          </a:r>
          <a:r>
            <a:rPr lang="it-IT" sz="1400" b="0" i="0" kern="1200" dirty="0"/>
            <a:t> 22 casi (A1–A9, C1–C8, D1–D5) · uscita: tutti verdi + </a:t>
          </a:r>
          <a:r>
            <a:rPr lang="it-IT" sz="1400" b="0" i="0" kern="1200" dirty="0" err="1"/>
            <a:t>condition</a:t>
          </a:r>
          <a:r>
            <a:rPr lang="it-IT" sz="1400" b="0" i="0" kern="1200" dirty="0"/>
            <a:t> coverage completa</a:t>
          </a:r>
          <a:endParaRPr lang="en-US" sz="1400" kern="1200" dirty="0"/>
        </a:p>
      </dsp:txBody>
      <dsp:txXfrm>
        <a:off x="7928472" y="870473"/>
        <a:ext cx="1684205" cy="1509922"/>
      </dsp:txXfrm>
    </dsp:sp>
    <dsp:sp modelId="{87260903-B690-4F3C-B373-54C40D3791FD}">
      <dsp:nvSpPr>
        <dsp:cNvPr id="0" name=""/>
        <dsp:cNvSpPr/>
      </dsp:nvSpPr>
      <dsp:spPr>
        <a:xfrm>
          <a:off x="7928472" y="2439485"/>
          <a:ext cx="1684205" cy="749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56171-6B15-4145-A4D7-193AC7DD52B2}">
      <dsp:nvSpPr>
        <dsp:cNvPr id="0" name=""/>
        <dsp:cNvSpPr/>
      </dsp:nvSpPr>
      <dsp:spPr>
        <a:xfrm>
          <a:off x="0" y="30803"/>
          <a:ext cx="6391275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/>
            <a:t>Il dominio di </a:t>
          </a:r>
          <a:r>
            <a:rPr lang="it-IT" sz="1600" b="1" i="0" kern="1200"/>
            <a:t>ogni parametro</a:t>
          </a:r>
          <a:r>
            <a:rPr lang="it-IT" sz="1600" b="0" i="0" kern="1200"/>
            <a:t> è partizionato in </a:t>
          </a:r>
          <a:r>
            <a:rPr lang="it-IT" sz="1600" b="1" i="0" kern="1200"/>
            <a:t>classi di equivalenza</a:t>
          </a:r>
          <a:r>
            <a:rPr lang="it-IT" sz="1600" b="0" i="0" kern="1200"/>
            <a:t> valide e non valide</a:t>
          </a:r>
          <a:endParaRPr lang="en-US" sz="1600" kern="1200"/>
        </a:p>
      </dsp:txBody>
      <dsp:txXfrm>
        <a:off x="54373" y="85176"/>
        <a:ext cx="6282529" cy="1005094"/>
      </dsp:txXfrm>
    </dsp:sp>
    <dsp:sp modelId="{4E6B9943-22FE-45BB-B2DE-FA7CF25131F3}">
      <dsp:nvSpPr>
        <dsp:cNvPr id="0" name=""/>
        <dsp:cNvSpPr/>
      </dsp:nvSpPr>
      <dsp:spPr>
        <a:xfrm>
          <a:off x="0" y="1190723"/>
          <a:ext cx="6391275" cy="1113840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/>
            <a:t>Criterio di combinazione each-choice:</a:t>
          </a:r>
          <a:r>
            <a:rPr lang="it-IT" sz="1600" b="0" i="0" kern="1200"/>
            <a:t> ogni classe compare in almeno un test</a:t>
          </a:r>
          <a:endParaRPr lang="en-US" sz="1600" kern="1200"/>
        </a:p>
      </dsp:txBody>
      <dsp:txXfrm>
        <a:off x="54373" y="1245096"/>
        <a:ext cx="6282529" cy="1005094"/>
      </dsp:txXfrm>
    </dsp:sp>
    <dsp:sp modelId="{9A6F678C-59C7-4501-A85F-78CD1162604B}">
      <dsp:nvSpPr>
        <dsp:cNvPr id="0" name=""/>
        <dsp:cNvSpPr/>
      </dsp:nvSpPr>
      <dsp:spPr>
        <a:xfrm>
          <a:off x="0" y="2304563"/>
          <a:ext cx="6391275" cy="3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200" b="0" i="0" kern="1200"/>
            <a:t>vs all-combinations: oltre 100 combinazioni per assignIssueToUser, in gran parte ridondanti</a:t>
          </a:r>
          <a:endParaRPr lang="en-US" sz="1200" kern="1200"/>
        </a:p>
      </dsp:txBody>
      <dsp:txXfrm>
        <a:off x="0" y="2304563"/>
        <a:ext cx="6391275" cy="372600"/>
      </dsp:txXfrm>
    </dsp:sp>
    <dsp:sp modelId="{A8F4AD25-4234-4EC3-B2F2-2D382DFBA20B}">
      <dsp:nvSpPr>
        <dsp:cNvPr id="0" name=""/>
        <dsp:cNvSpPr/>
      </dsp:nvSpPr>
      <dsp:spPr>
        <a:xfrm>
          <a:off x="0" y="2677163"/>
          <a:ext cx="6391275" cy="1113840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/>
            <a:t>Esempio — assignIssueToUser, 5 parametri / 13 classi:</a:t>
          </a:r>
          <a:r>
            <a:rPr lang="it-IT" sz="1600" b="0" i="0" kern="1200"/>
            <a:t> issueId {esiste, no} · userEmail {USER, inesistente, non-USER} · expiringDate {null, valorizzata} · expectedVersion {null, uguale, diversa} · adminSID {admin, nulla, non-admin}</a:t>
          </a:r>
          <a:endParaRPr lang="en-US" sz="1600" kern="1200"/>
        </a:p>
      </dsp:txBody>
      <dsp:txXfrm>
        <a:off x="54373" y="2731536"/>
        <a:ext cx="6282529" cy="1005094"/>
      </dsp:txXfrm>
    </dsp:sp>
    <dsp:sp modelId="{65D3DB12-01DA-4EDB-9B5A-35416C6A7C20}">
      <dsp:nvSpPr>
        <dsp:cNvPr id="0" name=""/>
        <dsp:cNvSpPr/>
      </dsp:nvSpPr>
      <dsp:spPr>
        <a:xfrm>
          <a:off x="0" y="3837083"/>
          <a:ext cx="6391275" cy="111384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/>
            <a:t>Limite dichiarato — masking:</a:t>
          </a:r>
          <a:r>
            <a:rPr lang="it-IT" sz="1600" b="0" i="0" kern="1200"/>
            <a:t> combinando più classi non valide, la prima eccezione maschera le altre</a:t>
          </a:r>
          <a:endParaRPr lang="en-US" sz="1600" kern="1200"/>
        </a:p>
      </dsp:txBody>
      <dsp:txXfrm>
        <a:off x="54373" y="3891456"/>
        <a:ext cx="6282529" cy="1005094"/>
      </dsp:txXfrm>
    </dsp:sp>
    <dsp:sp modelId="{1335C5D3-AF99-4E64-8BD4-57620B56EE47}">
      <dsp:nvSpPr>
        <dsp:cNvPr id="0" name=""/>
        <dsp:cNvSpPr/>
      </dsp:nvSpPr>
      <dsp:spPr>
        <a:xfrm>
          <a:off x="0" y="4950923"/>
          <a:ext cx="6391275" cy="264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200" b="0" i="0" kern="1200"/>
            <a:t>documentato caso per caso e </a:t>
          </a:r>
          <a:r>
            <a:rPr lang="it-IT" sz="1200" b="1" i="0" kern="1200"/>
            <a:t>compensato dal white-box</a:t>
          </a:r>
          <a:endParaRPr lang="en-US" sz="1200" kern="1200"/>
        </a:p>
      </dsp:txBody>
      <dsp:txXfrm>
        <a:off x="0" y="4950923"/>
        <a:ext cx="6391275" cy="2649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1246F-0753-4C54-AFF7-4B8DD9F82E17}">
      <dsp:nvSpPr>
        <dsp:cNvPr id="0" name=""/>
        <dsp:cNvSpPr/>
      </dsp:nvSpPr>
      <dsp:spPr>
        <a:xfrm>
          <a:off x="0" y="321683"/>
          <a:ext cx="6391275" cy="10448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Criterio adottato: condition coverage completa</a:t>
          </a:r>
          <a:r>
            <a:rPr lang="it-IT" sz="1900" b="0" i="0" kern="1200"/>
            <a:t> — ogni condizione atomica valutata a vero e a falso almeno una volta</a:t>
          </a:r>
          <a:endParaRPr lang="en-US" sz="1900" kern="1200"/>
        </a:p>
      </dsp:txBody>
      <dsp:txXfrm>
        <a:off x="51003" y="372686"/>
        <a:ext cx="6289269" cy="942803"/>
      </dsp:txXfrm>
    </dsp:sp>
    <dsp:sp modelId="{92AD5154-2989-49FB-B439-6B85C052D775}">
      <dsp:nvSpPr>
        <dsp:cNvPr id="0" name=""/>
        <dsp:cNvSpPr/>
      </dsp:nvSpPr>
      <dsp:spPr>
        <a:xfrm>
          <a:off x="0" y="1366493"/>
          <a:ext cx="6391275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92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500" b="0" i="0" kern="1200"/>
            <a:t>implica la copertura di istruzioni e rami (criteri più deboli)</a:t>
          </a:r>
          <a:endParaRPr lang="en-US" sz="1500" kern="1200"/>
        </a:p>
      </dsp:txBody>
      <dsp:txXfrm>
        <a:off x="0" y="1366493"/>
        <a:ext cx="6391275" cy="314640"/>
      </dsp:txXfrm>
    </dsp:sp>
    <dsp:sp modelId="{B5A95D94-D53B-40AA-A8E1-4B4A042D7CCB}">
      <dsp:nvSpPr>
        <dsp:cNvPr id="0" name=""/>
        <dsp:cNvSpPr/>
      </dsp:nvSpPr>
      <dsp:spPr>
        <a:xfrm>
          <a:off x="0" y="1681133"/>
          <a:ext cx="6391275" cy="1044809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Tracciabilità totale:</a:t>
          </a:r>
          <a:r>
            <a:rPr lang="it-IT" sz="1900" b="0" i="0" kern="1200"/>
            <a:t> per ogni condizione, la tabella indica il test che la rende vera e quello che la rende falsa</a:t>
          </a:r>
          <a:endParaRPr lang="en-US" sz="1900" kern="1200"/>
        </a:p>
      </dsp:txBody>
      <dsp:txXfrm>
        <a:off x="51003" y="1732136"/>
        <a:ext cx="6289269" cy="942803"/>
      </dsp:txXfrm>
    </dsp:sp>
    <dsp:sp modelId="{525C3401-BC63-454F-AFD6-47144CE3864A}">
      <dsp:nvSpPr>
        <dsp:cNvPr id="0" name=""/>
        <dsp:cNvSpPr/>
      </dsp:nvSpPr>
      <dsp:spPr>
        <a:xfrm>
          <a:off x="0" y="2780663"/>
          <a:ext cx="6391275" cy="1044809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30 test strutturali:</a:t>
          </a:r>
          <a:r>
            <a:rPr lang="it-IT" sz="1900" b="0" i="0" kern="1200"/>
            <a:t> 12 su assignIssueToUser · 13 su aggiungiCommento · 5 su deleteUser</a:t>
          </a:r>
          <a:endParaRPr lang="en-US" sz="1900" kern="1200"/>
        </a:p>
      </dsp:txBody>
      <dsp:txXfrm>
        <a:off x="51003" y="2831666"/>
        <a:ext cx="6289269" cy="942803"/>
      </dsp:txXfrm>
    </dsp:sp>
    <dsp:sp modelId="{39440B27-DA23-4FF7-936F-8CA5415951FA}">
      <dsp:nvSpPr>
        <dsp:cNvPr id="0" name=""/>
        <dsp:cNvSpPr/>
      </dsp:nvSpPr>
      <dsp:spPr>
        <a:xfrm>
          <a:off x="0" y="3880193"/>
          <a:ext cx="6391275" cy="1044809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900" b="1" i="0" kern="1200"/>
            <a:t>Copre ciò che il black-box non raggiunge:</a:t>
          </a:r>
          <a:r>
            <a:rPr lang="it-IT" sz="1900" b="0" i="0" kern="1200"/>
            <a:t> lo stato interno degli oggetti (stato della issue, ownership) e le classi mascherate (expectedVersion)</a:t>
          </a:r>
          <a:endParaRPr lang="en-US" sz="1900" kern="1200"/>
        </a:p>
      </dsp:txBody>
      <dsp:txXfrm>
        <a:off x="51003" y="3931196"/>
        <a:ext cx="6289269" cy="94280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FB345E-4A89-42CB-92F5-F21FF9EEE7C2}">
      <dsp:nvSpPr>
        <dsp:cNvPr id="0" name=""/>
        <dsp:cNvSpPr/>
      </dsp:nvSpPr>
      <dsp:spPr>
        <a:xfrm>
          <a:off x="2050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C9B20-4B9B-40B7-B77F-36CC46163395}">
      <dsp:nvSpPr>
        <dsp:cNvPr id="0" name=""/>
        <dsp:cNvSpPr/>
      </dsp:nvSpPr>
      <dsp:spPr>
        <a:xfrm>
          <a:off x="2050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Dockerfile multi-stage</a:t>
          </a:r>
          <a:r>
            <a:rPr lang="it-IT" sz="1400" b="0" i="0" kern="1200"/>
            <a:t> per FE e BE: build separata dal runtime minimale (JRE · Nginx Alpine)</a:t>
          </a:r>
          <a:endParaRPr lang="en-US" sz="1400" kern="1200"/>
        </a:p>
      </dsp:txBody>
      <dsp:txXfrm>
        <a:off x="2050" y="1467767"/>
        <a:ext cx="2126249" cy="976746"/>
      </dsp:txXfrm>
    </dsp:sp>
    <dsp:sp modelId="{D4A2AB96-2417-4254-A2BB-EA27C997F23E}">
      <dsp:nvSpPr>
        <dsp:cNvPr id="0" name=""/>
        <dsp:cNvSpPr/>
      </dsp:nvSpPr>
      <dsp:spPr>
        <a:xfrm>
          <a:off x="2050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immagini leggere, superficie d’attacco ridotta</a:t>
          </a:r>
          <a:endParaRPr lang="en-US" sz="1100" kern="1200"/>
        </a:p>
      </dsp:txBody>
      <dsp:txXfrm>
        <a:off x="2050" y="2487741"/>
        <a:ext cx="2126249" cy="304302"/>
      </dsp:txXfrm>
    </dsp:sp>
    <dsp:sp modelId="{25778985-72DB-4FCE-B414-5B7B5E8372EB}">
      <dsp:nvSpPr>
        <dsp:cNvPr id="0" name=""/>
        <dsp:cNvSpPr/>
      </dsp:nvSpPr>
      <dsp:spPr>
        <a:xfrm>
          <a:off x="2500394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1B1E8-7A98-42CD-96BA-A49FC67D17EB}">
      <dsp:nvSpPr>
        <dsp:cNvPr id="0" name=""/>
        <dsp:cNvSpPr/>
      </dsp:nvSpPr>
      <dsp:spPr>
        <a:xfrm>
          <a:off x="2500394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Docker Compose in locale:</a:t>
          </a:r>
          <a:r>
            <a:rPr lang="it-IT" sz="1400" b="0" i="0" kern="1200"/>
            <a:t> stessa topologia della produzione → parità di ambienti</a:t>
          </a:r>
          <a:endParaRPr lang="en-US" sz="1400" kern="1200"/>
        </a:p>
      </dsp:txBody>
      <dsp:txXfrm>
        <a:off x="2500394" y="1467767"/>
        <a:ext cx="2126249" cy="976746"/>
      </dsp:txXfrm>
    </dsp:sp>
    <dsp:sp modelId="{E362A97F-8E57-4FA3-8A82-AC5E077DD80A}">
      <dsp:nvSpPr>
        <dsp:cNvPr id="0" name=""/>
        <dsp:cNvSpPr/>
      </dsp:nvSpPr>
      <dsp:spPr>
        <a:xfrm>
          <a:off x="2500394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E1AFE1-ECBE-40C1-AC73-DAC5A0BAF743}">
      <dsp:nvSpPr>
        <dsp:cNvPr id="0" name=""/>
        <dsp:cNvSpPr/>
      </dsp:nvSpPr>
      <dsp:spPr>
        <a:xfrm>
          <a:off x="4998738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34450-75E5-4A07-BA10-320D7C432C26}">
      <dsp:nvSpPr>
        <dsp:cNvPr id="0" name=""/>
        <dsp:cNvSpPr/>
      </dsp:nvSpPr>
      <dsp:spPr>
        <a:xfrm>
          <a:off x="4998738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Immagini immutabili su GHCR:</a:t>
          </a:r>
          <a:r>
            <a:rPr lang="it-IT" sz="1400" b="0" i="0" kern="1200"/>
            <a:t> un nodo guasto si ricrea dall’immagine → RTO 15 min (RNF-03)</a:t>
          </a:r>
          <a:endParaRPr lang="en-US" sz="1400" kern="1200"/>
        </a:p>
      </dsp:txBody>
      <dsp:txXfrm>
        <a:off x="4998738" y="1467767"/>
        <a:ext cx="2126249" cy="976746"/>
      </dsp:txXfrm>
    </dsp:sp>
    <dsp:sp modelId="{4847DF05-5FF4-4B22-B708-44A51B2DDBF8}">
      <dsp:nvSpPr>
        <dsp:cNvPr id="0" name=""/>
        <dsp:cNvSpPr/>
      </dsp:nvSpPr>
      <dsp:spPr>
        <a:xfrm>
          <a:off x="4998738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BBA3A-110A-4323-BBA5-24B17E562A21}">
      <dsp:nvSpPr>
        <dsp:cNvPr id="0" name=""/>
        <dsp:cNvSpPr/>
      </dsp:nvSpPr>
      <dsp:spPr>
        <a:xfrm>
          <a:off x="7497082" y="630639"/>
          <a:ext cx="744187" cy="74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6BF10-373F-4E06-937C-65FC532369DD}">
      <dsp:nvSpPr>
        <dsp:cNvPr id="0" name=""/>
        <dsp:cNvSpPr/>
      </dsp:nvSpPr>
      <dsp:spPr>
        <a:xfrm>
          <a:off x="7497082" y="1467767"/>
          <a:ext cx="2126249" cy="976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restart: unless-stopped</a:t>
          </a:r>
          <a:r>
            <a:rPr lang="it-IT" sz="1400" b="0" i="0" kern="1200"/>
            <a:t> → self-healing senza intervento manuale</a:t>
          </a:r>
          <a:endParaRPr lang="en-US" sz="1400" kern="1200"/>
        </a:p>
      </dsp:txBody>
      <dsp:txXfrm>
        <a:off x="7497082" y="1467767"/>
        <a:ext cx="2126249" cy="976746"/>
      </dsp:txXfrm>
    </dsp:sp>
    <dsp:sp modelId="{30677EBD-335D-450F-8DF8-0A055AD75EA0}">
      <dsp:nvSpPr>
        <dsp:cNvPr id="0" name=""/>
        <dsp:cNvSpPr/>
      </dsp:nvSpPr>
      <dsp:spPr>
        <a:xfrm>
          <a:off x="7497082" y="2487741"/>
          <a:ext cx="2126249" cy="30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2D6B24-4F82-4DE9-AAD6-DB4D0EC2E898}">
      <dsp:nvSpPr>
        <dsp:cNvPr id="0" name=""/>
        <dsp:cNvSpPr/>
      </dsp:nvSpPr>
      <dsp:spPr>
        <a:xfrm>
          <a:off x="3041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4DE51-3409-4A32-9201-39449DD23210}">
      <dsp:nvSpPr>
        <dsp:cNvPr id="0" name=""/>
        <dsp:cNvSpPr/>
      </dsp:nvSpPr>
      <dsp:spPr>
        <a:xfrm>
          <a:off x="3041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CI/CD con GitHub Actions</a:t>
          </a:r>
          <a:r>
            <a:rPr lang="it-IT" sz="1400" b="0" i="0" kern="1200"/>
            <a:t>, trigger su push / pull request verso main</a:t>
          </a:r>
          <a:endParaRPr lang="en-US" sz="1400" kern="1200"/>
        </a:p>
      </dsp:txBody>
      <dsp:txXfrm>
        <a:off x="3041" y="801082"/>
        <a:ext cx="1328906" cy="1738349"/>
      </dsp:txXfrm>
    </dsp:sp>
    <dsp:sp modelId="{E375FDB7-FF40-4CB9-9EB9-1B3C51799618}">
      <dsp:nvSpPr>
        <dsp:cNvPr id="0" name=""/>
        <dsp:cNvSpPr/>
      </dsp:nvSpPr>
      <dsp:spPr>
        <a:xfrm>
          <a:off x="3041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FA1CA-679F-415E-AD60-29CF5981E75C}">
      <dsp:nvSpPr>
        <dsp:cNvPr id="0" name=""/>
        <dsp:cNvSpPr/>
      </dsp:nvSpPr>
      <dsp:spPr>
        <a:xfrm>
          <a:off x="1564505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E9239-4F42-43A3-BEA1-D7581BE1F83B}">
      <dsp:nvSpPr>
        <dsp:cNvPr id="0" name=""/>
        <dsp:cNvSpPr/>
      </dsp:nvSpPr>
      <dsp:spPr>
        <a:xfrm>
          <a:off x="1564505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Pipeline:</a:t>
          </a:r>
          <a:r>
            <a:rPr lang="it-IT" sz="1400" b="0" i="0" kern="1200"/>
            <a:t> test unitari + build → immagini Docker → push su GHCR → deploy SSH parallelo sui due nodi (solo push su main)</a:t>
          </a:r>
          <a:endParaRPr lang="en-US" sz="1400" kern="1200"/>
        </a:p>
      </dsp:txBody>
      <dsp:txXfrm>
        <a:off x="1564505" y="801082"/>
        <a:ext cx="1328906" cy="1738349"/>
      </dsp:txXfrm>
    </dsp:sp>
    <dsp:sp modelId="{072F32D2-CE44-49D3-A470-E5BBFEEBF433}">
      <dsp:nvSpPr>
        <dsp:cNvPr id="0" name=""/>
        <dsp:cNvSpPr/>
      </dsp:nvSpPr>
      <dsp:spPr>
        <a:xfrm>
          <a:off x="1564505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870361-5571-48AE-9AAB-D7F772A5608E}">
      <dsp:nvSpPr>
        <dsp:cNvPr id="0" name=""/>
        <dsp:cNvSpPr/>
      </dsp:nvSpPr>
      <dsp:spPr>
        <a:xfrm>
          <a:off x="3125970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F2D69-22CE-4898-837C-51958F59498B}">
      <dsp:nvSpPr>
        <dsp:cNvPr id="0" name=""/>
        <dsp:cNvSpPr/>
      </dsp:nvSpPr>
      <dsp:spPr>
        <a:xfrm>
          <a:off x="3125970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Segreti fuori dal repository:</a:t>
          </a:r>
          <a:r>
            <a:rPr lang="it-IT" sz="1400" b="0" i="0" kern="1200"/>
            <a:t> chiave SSH nei GitHub Secrets</a:t>
          </a:r>
          <a:endParaRPr lang="en-US" sz="1400" kern="1200"/>
        </a:p>
      </dsp:txBody>
      <dsp:txXfrm>
        <a:off x="3125970" y="801082"/>
        <a:ext cx="1328906" cy="1738349"/>
      </dsp:txXfrm>
    </dsp:sp>
    <dsp:sp modelId="{66689494-0F89-4B32-9D9B-DCA9AD351C09}">
      <dsp:nvSpPr>
        <dsp:cNvPr id="0" name=""/>
        <dsp:cNvSpPr/>
      </dsp:nvSpPr>
      <dsp:spPr>
        <a:xfrm>
          <a:off x="3125970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B736FD-0525-4B57-954F-F09E3F07ECE1}">
      <dsp:nvSpPr>
        <dsp:cNvPr id="0" name=""/>
        <dsp:cNvSpPr/>
      </dsp:nvSpPr>
      <dsp:spPr>
        <a:xfrm>
          <a:off x="4687435" y="200341"/>
          <a:ext cx="465117" cy="4651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67E22-165F-445C-8D51-EDBBDD770835}">
      <dsp:nvSpPr>
        <dsp:cNvPr id="0" name=""/>
        <dsp:cNvSpPr/>
      </dsp:nvSpPr>
      <dsp:spPr>
        <a:xfrm>
          <a:off x="4687435" y="801082"/>
          <a:ext cx="1328906" cy="1738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400" b="1" i="0" kern="1200"/>
            <a:t>3 nodi su GCP:</a:t>
          </a:r>
          <a:r>
            <a:rPr lang="it-IT" sz="1400" b="0" i="0" kern="1200"/>
            <a:t> FE pubblico (Nginx) · BE su solo IP privato in VPC · DB che accetta solo il BE</a:t>
          </a:r>
          <a:endParaRPr lang="en-US" sz="1400" kern="1200"/>
        </a:p>
      </dsp:txBody>
      <dsp:txXfrm>
        <a:off x="4687435" y="801082"/>
        <a:ext cx="1328906" cy="1738349"/>
      </dsp:txXfrm>
    </dsp:sp>
    <dsp:sp modelId="{4621610E-F06E-4F09-8A21-4F8CE75E0BCE}">
      <dsp:nvSpPr>
        <dsp:cNvPr id="0" name=""/>
        <dsp:cNvSpPr/>
      </dsp:nvSpPr>
      <dsp:spPr>
        <a:xfrm>
          <a:off x="4687435" y="2602513"/>
          <a:ext cx="1328906" cy="751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0" i="0" kern="1200"/>
            <a:t>isolamento dei guasti · scaling indipendente · defense in depth · rilasci indipendenti</a:t>
          </a:r>
          <a:endParaRPr lang="en-US" sz="1100" kern="1200"/>
        </a:p>
      </dsp:txBody>
      <dsp:txXfrm>
        <a:off x="4687435" y="2602513"/>
        <a:ext cx="1328906" cy="75182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56195-F76D-4627-9DFE-D7080F35D5C0}">
      <dsp:nvSpPr>
        <dsp:cNvPr id="0" name=""/>
        <dsp:cNvSpPr/>
      </dsp:nvSpPr>
      <dsp:spPr>
        <a:xfrm>
          <a:off x="0" y="62393"/>
          <a:ext cx="6391275" cy="164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i="0" kern="1200" err="1">
              <a:solidFill>
                <a:srgbClr val="FFFFFF"/>
              </a:solidFill>
              <a:ea typeface="+mn-ea"/>
              <a:cs typeface="+mn-cs"/>
            </a:rPr>
            <a:t>Git</a:t>
          </a:r>
          <a:r>
            <a:rPr lang="it-IT" sz="3000" b="1" i="0" kern="1200">
              <a:solidFill>
                <a:srgbClr val="FFFFFF"/>
              </a:solidFill>
              <a:ea typeface="+mn-ea"/>
              <a:cs typeface="+mn-cs"/>
            </a:rPr>
            <a:t> + GitHub (repo privato)</a:t>
          </a:r>
          <a:r>
            <a:rPr lang="it-IT" sz="3000" b="0" i="0" kern="1200">
              <a:solidFill>
                <a:srgbClr val="FFFFFF"/>
              </a:solidFill>
              <a:ea typeface="+mn-ea"/>
              <a:cs typeface="+mn-cs"/>
            </a:rPr>
            <a:t> come unica fonte: codice, storia, CI</a:t>
          </a:r>
          <a:endParaRPr lang="en-US" sz="30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80532" y="142925"/>
        <a:ext cx="6230211" cy="1488636"/>
      </dsp:txXfrm>
    </dsp:sp>
    <dsp:sp modelId="{E21EB6D7-7FF8-4E95-A724-58B666EC3E40}">
      <dsp:nvSpPr>
        <dsp:cNvPr id="0" name=""/>
        <dsp:cNvSpPr/>
      </dsp:nvSpPr>
      <dsp:spPr>
        <a:xfrm>
          <a:off x="0" y="1798493"/>
          <a:ext cx="6391275" cy="1649700"/>
        </a:xfrm>
        <a:prstGeom prst="roundRect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i="0" kern="1200" dirty="0">
              <a:latin typeface="Century Gothic" panose="020B0502020202020204"/>
              <a:ea typeface="+mn-ea"/>
              <a:cs typeface="+mn-cs"/>
            </a:rPr>
            <a:t>98</a:t>
          </a:r>
          <a:r>
            <a:rPr lang="it-IT" sz="3000" b="1" i="0" kern="1200" dirty="0">
              <a:ea typeface="+mn-ea"/>
              <a:cs typeface="+mn-cs"/>
            </a:rPr>
            <a:t> </a:t>
          </a:r>
          <a:r>
            <a:rPr lang="it-IT" sz="3000" b="1" i="0" kern="1200" dirty="0" err="1">
              <a:ea typeface="+mn-ea"/>
              <a:cs typeface="+mn-cs"/>
            </a:rPr>
            <a:t>commit</a:t>
          </a:r>
          <a:r>
            <a:rPr lang="it-IT" sz="3000" b="0" i="0" kern="1200" dirty="0">
              <a:ea typeface="+mn-ea"/>
              <a:cs typeface="+mn-cs"/>
            </a:rPr>
            <a:t> (</a:t>
          </a:r>
          <a:r>
            <a:rPr lang="it-IT" sz="3000" b="0" i="0" kern="1200" dirty="0" err="1">
              <a:ea typeface="+mn-ea"/>
              <a:cs typeface="+mn-cs"/>
            </a:rPr>
            <a:t>apr</a:t>
          </a:r>
          <a:r>
            <a:rPr lang="it-IT" sz="3000" b="0" i="0" kern="1200" dirty="0">
              <a:ea typeface="+mn-ea"/>
              <a:cs typeface="+mn-cs"/>
            </a:rPr>
            <a:t>–</a:t>
          </a:r>
          <a:r>
            <a:rPr lang="it-IT" sz="3000" b="0" i="0" kern="1200" dirty="0" err="1">
              <a:latin typeface="Century Gothic" panose="020B0502020202020204"/>
              <a:ea typeface="+mn-ea"/>
              <a:cs typeface="+mn-cs"/>
            </a:rPr>
            <a:t>lug</a:t>
          </a:r>
          <a:r>
            <a:rPr lang="it-IT" sz="3000" b="0" i="0" kern="1200" dirty="0">
              <a:ea typeface="+mn-ea"/>
              <a:cs typeface="+mn-cs"/>
            </a:rPr>
            <a:t> 2026), bilanciati</a:t>
          </a:r>
          <a:r>
            <a:rPr lang="it-IT" sz="3000" b="0" i="0" kern="1200" dirty="0">
              <a:latin typeface="Century Gothic" panose="020B0502020202020204"/>
              <a:ea typeface="+mn-ea"/>
              <a:cs typeface="+mn-cs"/>
            </a:rPr>
            <a:t> 52</a:t>
          </a:r>
          <a:r>
            <a:rPr lang="it-IT" sz="3000" b="1" i="0" kern="1200" dirty="0">
              <a:ea typeface="+mn-ea"/>
              <a:cs typeface="+mn-cs"/>
            </a:rPr>
            <a:t> + </a:t>
          </a:r>
          <a:r>
            <a:rPr lang="it-IT" sz="3000" b="1" i="0" kern="1200" dirty="0">
              <a:latin typeface="Century Gothic" panose="020B0502020202020204"/>
              <a:ea typeface="+mn-ea"/>
              <a:cs typeface="+mn-cs"/>
            </a:rPr>
            <a:t>46</a:t>
          </a:r>
          <a:r>
            <a:rPr lang="it-IT" sz="3000" b="0" i="0" kern="1200" dirty="0">
              <a:ea typeface="+mn-ea"/>
              <a:cs typeface="+mn-cs"/>
            </a:rPr>
            <a:t> → conoscenza condivisa del codice</a:t>
          </a:r>
          <a:endParaRPr lang="en-US" sz="3000" kern="1200" dirty="0">
            <a:ea typeface="+mn-ea"/>
            <a:cs typeface="+mn-cs"/>
          </a:endParaRPr>
        </a:p>
      </dsp:txBody>
      <dsp:txXfrm>
        <a:off x="80532" y="1879025"/>
        <a:ext cx="6230211" cy="1488636"/>
      </dsp:txXfrm>
    </dsp:sp>
    <dsp:sp modelId="{43BFB330-BE1F-4190-8C85-77AEB31460B8}">
      <dsp:nvSpPr>
        <dsp:cNvPr id="0" name=""/>
        <dsp:cNvSpPr/>
      </dsp:nvSpPr>
      <dsp:spPr>
        <a:xfrm>
          <a:off x="0" y="3534593"/>
          <a:ext cx="6391275" cy="1649700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i="0" kern="1200">
              <a:solidFill>
                <a:srgbClr val="FFFFFF"/>
              </a:solidFill>
              <a:ea typeface="+mn-ea"/>
              <a:cs typeface="+mn-cs"/>
            </a:rPr>
            <a:t>Code frequency = evidenza empirica</a:t>
          </a:r>
          <a:r>
            <a:rPr lang="it-IT" sz="3000" b="0" i="0" kern="1200">
              <a:solidFill>
                <a:srgbClr val="FFFFFF"/>
              </a:solidFill>
              <a:ea typeface="+mn-ea"/>
              <a:cs typeface="+mn-cs"/>
            </a:rPr>
            <a:t> dell’approccio iterativo dichiarato</a:t>
          </a:r>
          <a:endParaRPr lang="en-US" sz="30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80532" y="3615125"/>
        <a:ext cx="6230211" cy="148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5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0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2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6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22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1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0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47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25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11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666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01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793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172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16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9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49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BUGBOARD 2026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>
                <a:ea typeface="+mn-lt"/>
                <a:cs typeface="+mn-lt"/>
              </a:rPr>
              <a:t>SCELTE DI PROGETTAZIONE E IMPLEMENTAZIONE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30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9BDF80F-B78D-986F-EA80-6FFD57D3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PROBLEMA E DOMINIO</a:t>
            </a:r>
          </a:p>
        </p:txBody>
      </p:sp>
      <p:sp>
        <p:nvSpPr>
          <p:cNvPr id="65" name="Rectangle 34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6" name="Segnaposto contenuto 2">
            <a:extLst>
              <a:ext uri="{FF2B5EF4-FFF2-40B4-BE49-F238E27FC236}">
                <a16:creationId xmlns:a16="http://schemas.microsoft.com/office/drawing/2014/main" id="{E2FE557D-BDD0-B28C-E551-00DCC5F18B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31420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756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72F36-18A9-D7CB-887F-A6511CC6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659CAA9-A950-7582-C6EB-2F81746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 sz="2800">
                <a:solidFill>
                  <a:srgbClr val="EBEBEB"/>
                </a:solidFill>
              </a:rPr>
              <a:t>STACK TECNOLOGICO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9E266F8E-1C36-FB64-8304-88A7877DF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45274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9643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C9724-C98F-B1E6-3D4A-D49C897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C94863-CB0E-6698-5873-9B3159B2A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PROCESSO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86980A5-2F92-97F9-548F-AC84771878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Ibrido: pianificazione a monte, costruzione iterativa</a:t>
            </a:r>
          </a:p>
        </p:txBody>
      </p:sp>
    </p:spTree>
    <p:extLst>
      <p:ext uri="{BB962C8B-B14F-4D97-AF65-F5344CB8AC3E}">
        <p14:creationId xmlns:p14="http://schemas.microsoft.com/office/powerpoint/2010/main" val="201564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DCD2BD9-4C06-F8C6-8F80-6B152B40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PROCESSO DI SVILUPPO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071E2F9-F719-2560-847C-E1ACBEA6A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602725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402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9899-57A1-0D05-6FBE-037B6FB4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AA9D5D-7EA7-99E2-31AD-52ED685737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REQUISITI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E32168C-FEBA-BE67-0E76-D3E83C105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Noti a priori → analisi up-front completa</a:t>
            </a:r>
          </a:p>
        </p:txBody>
      </p:sp>
    </p:spTree>
    <p:extLst>
      <p:ext uri="{BB962C8B-B14F-4D97-AF65-F5344CB8AC3E}">
        <p14:creationId xmlns:p14="http://schemas.microsoft.com/office/powerpoint/2010/main" val="68002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AE33AC-450B-D27D-0DA0-A7445E61B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A9FFC120-F7BC-62A8-4376-BF95B00F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REQUISITI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8" name="Segnaposto contenuto 2">
            <a:extLst>
              <a:ext uri="{FF2B5EF4-FFF2-40B4-BE49-F238E27FC236}">
                <a16:creationId xmlns:a16="http://schemas.microsoft.com/office/drawing/2014/main" id="{E821A750-6FB8-3B25-AE58-7404FE81AC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494492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6813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87CC-57D8-7301-1778-AEF34482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C81EA3-CFC2-0BAE-F228-D2AA9B58D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ARCHITETTURA &amp; DESIGN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D7A0FD-5F48-00A7-BE28-1047ADF29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Ogni scelta motivata da un requisito</a:t>
            </a:r>
          </a:p>
        </p:txBody>
      </p:sp>
    </p:spTree>
    <p:extLst>
      <p:ext uri="{BB962C8B-B14F-4D97-AF65-F5344CB8AC3E}">
        <p14:creationId xmlns:p14="http://schemas.microsoft.com/office/powerpoint/2010/main" val="48078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4E083-9D44-772B-ED9A-DDEA0B69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2B96D15-5579-3738-49D0-DA6CFC5E0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VISTA D'INSIEME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F4EC138-F569-9574-E53E-FC281FBC6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566509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2" name="Immagine 21">
            <a:extLst>
              <a:ext uri="{FF2B5EF4-FFF2-40B4-BE49-F238E27FC236}">
                <a16:creationId xmlns:a16="http://schemas.microsoft.com/office/drawing/2014/main" id="{3C7B96CC-CCD2-4993-68A7-40FCC7FD67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2000" y="1962247"/>
            <a:ext cx="5322000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08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892ED-4E0E-7286-CCB2-2106A4D1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2C001C7B-55F3-1AAC-6BEE-5F841CAE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LAYERING BACKEND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7" name="Segnaposto contenuto 2">
            <a:extLst>
              <a:ext uri="{FF2B5EF4-FFF2-40B4-BE49-F238E27FC236}">
                <a16:creationId xmlns:a16="http://schemas.microsoft.com/office/drawing/2014/main" id="{4EC21C5E-EFD7-E1E5-B471-784A7E505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746457"/>
              </p:ext>
            </p:extLst>
          </p:nvPr>
        </p:nvGraphicFramePr>
        <p:xfrm>
          <a:off x="1286934" y="2324100"/>
          <a:ext cx="7069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6" name="Immagine 105">
            <a:extLst>
              <a:ext uri="{FF2B5EF4-FFF2-40B4-BE49-F238E27FC236}">
                <a16:creationId xmlns:a16="http://schemas.microsoft.com/office/drawing/2014/main" id="{50475262-AB23-5321-E91B-1865F3D60D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606" y="2322000"/>
            <a:ext cx="2686787" cy="29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77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9F894-22F2-97F9-C667-6DE2B2BC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C620FF7-68E6-C102-48A3-58178DA31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MODELLO DI DOMINIO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8" name="Segnaposto contenuto 2">
            <a:extLst>
              <a:ext uri="{FF2B5EF4-FFF2-40B4-BE49-F238E27FC236}">
                <a16:creationId xmlns:a16="http://schemas.microsoft.com/office/drawing/2014/main" id="{13B8A616-43F7-E687-331F-A6C4869A84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043206"/>
              </p:ext>
            </p:extLst>
          </p:nvPr>
        </p:nvGraphicFramePr>
        <p:xfrm>
          <a:off x="1106934" y="1904100"/>
          <a:ext cx="6271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E8F19AB6-C4DB-DF7A-C749-55AEA9B2F2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7100" y="2864288"/>
            <a:ext cx="3871800" cy="175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6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38230-D691-9220-64F6-44328CCD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6832BAC-5ACC-EFE9-B89E-9F288846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DESIGN PATTERN &amp; SOLID PRINCIPLES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6D910B6B-3A56-EE2E-2D68-69BBEBB5C3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486598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3155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E594D-73D4-131C-5D41-3DE53162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20CBEE6-64C1-250B-1FEC-BD3D477F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API REST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0" name="Segnaposto contenuto 2">
            <a:extLst>
              <a:ext uri="{FF2B5EF4-FFF2-40B4-BE49-F238E27FC236}">
                <a16:creationId xmlns:a16="http://schemas.microsoft.com/office/drawing/2014/main" id="{2023A6BE-F909-02DF-037B-5B795929A7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302949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7358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LOGIN E SESSIONE</a:t>
            </a:r>
          </a:p>
        </p:txBody>
      </p:sp>
      <p:sp>
        <p:nvSpPr>
          <p:cNvPr id="1001" name="nodo browser"/>
          <p:cNvSpPr/>
          <p:nvPr/>
        </p:nvSpPr>
        <p:spPr>
          <a:xfrm>
            <a:off x="41148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LoginPage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form email + password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salva {sessionId, nome, ruolo}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in sessionStorage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redirect per ruolo: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/admin · /user · /readonly</a:t>
            </a:r>
          </a:p>
        </p:txBody>
      </p:sp>
      <p:sp>
        <p:nvSpPr>
          <p:cNvPr id="1002" name="nodo backend"/>
          <p:cNvSpPr/>
          <p:nvPr/>
        </p:nvSpPr>
        <p:spPr>
          <a:xfrm>
            <a:off x="479600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AuthService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findByEmail(email)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BCrypt.matches(password, hash)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≈660 ms: costo anti brute-force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password mai in chiaro (RNF-01)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crea la sessione (ISessioneService)</a:t>
            </a:r>
          </a:p>
        </p:txBody>
      </p:sp>
      <p:sp>
        <p:nvSpPr>
          <p:cNvPr id="1003" name="nodo db"/>
          <p:cNvSpPr/>
          <p:nvPr/>
        </p:nvSpPr>
        <p:spPr>
          <a:xfrm>
            <a:off x="9180520" y="2250000"/>
            <a:ext cx="2600000" cy="1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«PostgreSQL»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Sessione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sid UUID: chiave non sequenziale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niente ID-enumeration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FK verso l'utente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logout = DELETE della riga</a:t>
            </a:r>
          </a:p>
        </p:txBody>
      </p:sp>
      <p:cxnSp>
        <p:nvCxnSpPr>
          <p:cNvPr id="1004" name="freccia richiesta"/>
          <p:cNvCxnSpPr/>
          <p:nvPr/>
        </p:nvCxnSpPr>
        <p:spPr>
          <a:xfrm>
            <a:off x="3011480" y="270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5" name="label login"/>
          <p:cNvSpPr txBox="1"/>
          <p:nvPr/>
        </p:nvSpPr>
        <p:spPr>
          <a:xfrm>
            <a:off x="3103740" y="233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POST /api/auth/login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{email, password}</a:t>
            </a:r>
          </a:p>
        </p:txBody>
      </p:sp>
      <p:cxnSp>
        <p:nvCxnSpPr>
          <p:cNvPr id="1006" name="freccia risposta"/>
          <p:cNvCxnSpPr/>
          <p:nvPr/>
        </p:nvCxnSpPr>
        <p:spPr>
          <a:xfrm>
            <a:off x="3011480" y="380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7" name="label authresponse"/>
          <p:cNvSpPr txBox="1"/>
          <p:nvPr/>
        </p:nvSpPr>
        <p:spPr>
          <a:xfrm>
            <a:off x="3103740" y="343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AuthResponse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{sessionId, nome, ruolo}</a:t>
            </a:r>
          </a:p>
        </p:txBody>
      </p:sp>
      <p:cxnSp>
        <p:nvCxnSpPr>
          <p:cNvPr id="1008" name="freccia sessione"/>
          <p:cNvCxnSpPr/>
          <p:nvPr/>
        </p:nvCxnSpPr>
        <p:spPr>
          <a:xfrm>
            <a:off x="7396000" y="3250000"/>
            <a:ext cx="178452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9" name="label insert"/>
          <p:cNvSpPr txBox="1"/>
          <p:nvPr/>
        </p:nvSpPr>
        <p:spPr>
          <a:xfrm>
            <a:off x="7488260" y="2880000"/>
            <a:ext cx="1600000" cy="5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verifica + INSERT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sessione(sid UUID)</a:t>
            </a:r>
          </a:p>
        </p:txBody>
      </p:sp>
      <p:sp>
        <p:nvSpPr>
          <p:cNvPr id="1010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Dopo il login: ogni richiesta è autenticata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l'interceptor Axios inietta X-Session-Id su ogni chiamata · il sid non transita mai nell'URL (fuori da log e cronologia)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il Controller estrae l'header, il Service risolve sid → utente e ne verifica il ruolo · sessione stateful: revoca immediata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DASHBOARD ADMIN — POLLING DELTA</a:t>
            </a:r>
          </a:p>
        </p:txBody>
      </p:sp>
      <p:sp>
        <p:nvSpPr>
          <p:cNvPr id="1001" name="nodo spa"/>
          <p:cNvSpPr/>
          <p:nvPr/>
        </p:nvSpPr>
        <p:spPr>
          <a:xfrm>
            <a:off x="411480" y="2050000"/>
            <a:ext cx="2900000" cy="2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Dashboard admin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indice locale Map(id → version)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setInterval: un giro ogni 5 s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merge delle sole righe cambiate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rimozioni per differenza di id</a:t>
            </a:r>
          </a:p>
        </p:txBody>
      </p:sp>
      <p:sp>
        <p:nvSpPr>
          <p:cNvPr id="1002" name="nodo backend"/>
          <p:cNvSpPr/>
          <p:nvPr/>
        </p:nvSpPr>
        <p:spPr>
          <a:xfrm>
            <a:off x="8880520" y="2050000"/>
            <a:ext cx="2900000" cy="20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IssueController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/versions → sole coppie (id, version)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/righe → DTO con proiezione JPQL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l'immagine (bytea)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viene mai letta dal DB</a:t>
            </a:r>
          </a:p>
        </p:txBody>
      </p:sp>
      <p:cxnSp>
        <p:nvCxnSpPr>
          <p:cNvPr id="1003" name="freccia versions"/>
          <p:cNvCxnSpPr/>
          <p:nvPr/>
        </p:nvCxnSpPr>
        <p:spPr>
          <a:xfrm>
            <a:off x="3311480" y="235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label versions"/>
          <p:cNvSpPr txBox="1"/>
          <p:nvPr/>
        </p:nvSpPr>
        <p:spPr>
          <a:xfrm>
            <a:off x="3696000" y="2040000"/>
            <a:ext cx="48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ogni 5 s — GET /api/issues/versions</a:t>
            </a:r>
          </a:p>
        </p:txBody>
      </p:sp>
      <p:cxnSp>
        <p:nvCxnSpPr>
          <p:cNvPr id="1005" name="freccia risposta versions"/>
          <p:cNvCxnSpPr/>
          <p:nvPr/>
        </p:nvCxnSpPr>
        <p:spPr>
          <a:xfrm>
            <a:off x="3311480" y="313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label confronto"/>
          <p:cNvSpPr txBox="1"/>
          <p:nvPr/>
        </p:nvSpPr>
        <p:spPr>
          <a:xfrm>
            <a:off x="3696000" y="2820000"/>
            <a:ext cx="48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[(id, version), …] — confronto con l'indice locale</a:t>
            </a:r>
          </a:p>
        </p:txBody>
      </p:sp>
      <p:cxnSp>
        <p:nvCxnSpPr>
          <p:cNvPr id="1007" name="freccia righe"/>
          <p:cNvCxnSpPr/>
          <p:nvPr/>
        </p:nvCxnSpPr>
        <p:spPr>
          <a:xfrm>
            <a:off x="3311480" y="3900000"/>
            <a:ext cx="55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8" name="label righe"/>
          <p:cNvSpPr txBox="1"/>
          <p:nvPr/>
        </p:nvSpPr>
        <p:spPr>
          <a:xfrm>
            <a:off x="3696000" y="3320000"/>
            <a:ext cx="480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solo se qualcosa è cambiato — GET /api/issues/righe?ids=…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④ risposta: le sole issue nuove o modificate</a:t>
            </a:r>
          </a:p>
        </p:txBody>
      </p:sp>
      <p:sp>
        <p:nvSpPr>
          <p:cNvPr id="1009" name="caption grafico"/>
          <p:cNvSpPr txBox="1"/>
          <p:nvPr/>
        </p:nvSpPr>
        <p:spPr>
          <a:xfrm>
            <a:off x="411480" y="4300000"/>
            <a:ext cx="3100000" cy="70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50" i="1" dirty="0">
                <a:solidFill>
                  <a:srgbClr val="3B3059"/>
                </a:solidFill>
              </a:rPr>
              <a:t>payload per giro di polling (a parità di issue, senza modifiche)</a:t>
            </a:r>
          </a:p>
        </p:txBody>
      </p:sp>
      <p:sp>
        <p:nvSpPr>
          <p:cNvPr id="1010" name="barra reload"/>
          <p:cNvSpPr/>
          <p:nvPr/>
        </p:nvSpPr>
        <p:spPr>
          <a:xfrm>
            <a:off x="3700000" y="4340000"/>
            <a:ext cx="5000000" cy="240000"/>
          </a:xfrm>
          <a:prstGeom prst="roundRect">
            <a:avLst>
              <a:gd name="adj" fmla="val 30000"/>
            </a:avLst>
          </a:prstGeom>
          <a:solidFill>
            <a:srgbClr val="3B3059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1" name="label barra reload"/>
          <p:cNvSpPr txBox="1"/>
          <p:nvPr/>
        </p:nvSpPr>
        <p:spPr>
          <a:xfrm>
            <a:off x="8760000" y="432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l"/>
            <a:r>
              <a:rPr lang="it-IT" sz="900" dirty="0">
                <a:solidFill>
                  <a:srgbClr val="1A1A1A"/>
                </a:solidFill>
              </a:rPr>
              <a:t>reload completo: tutti i DTO</a:t>
            </a:r>
          </a:p>
        </p:txBody>
      </p:sp>
      <p:sp>
        <p:nvSpPr>
          <p:cNvPr id="1012" name="barra delta"/>
          <p:cNvSpPr/>
          <p:nvPr/>
        </p:nvSpPr>
        <p:spPr>
          <a:xfrm>
            <a:off x="3700000" y="4700000"/>
            <a:ext cx="450000" cy="240000"/>
          </a:xfrm>
          <a:prstGeom prst="roundRect">
            <a:avLst>
              <a:gd name="adj" fmla="val 30000"/>
            </a:avLst>
          </a:prstGeom>
          <a:solidFill>
            <a:srgbClr val="B3116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3" name="label barra delta"/>
          <p:cNvSpPr txBox="1"/>
          <p:nvPr/>
        </p:nvSpPr>
        <p:spPr>
          <a:xfrm>
            <a:off x="4210000" y="4680000"/>
            <a:ext cx="5000000" cy="280000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l"/>
            <a:r>
              <a:rPr lang="it-IT" sz="900" dirty="0">
                <a:solidFill>
                  <a:srgbClr val="1A1A1A"/>
                </a:solidFill>
              </a:rPr>
              <a:t>polling delta: sole coppie (id, version)</a:t>
            </a:r>
          </a:p>
        </p:txBody>
      </p:sp>
      <p:sp>
        <p:nvSpPr>
          <p:cNvPr id="1014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il polling delta?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riusa il campo @Version introdotto per la concorrenza ottimistica (RS-06): un meccanismo, due funzioni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costo per giro ~costante al crescere delle issue (RNF-04) · trade-off: aggiornamento differito fino a 5 s, zero push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NOTIFICHE LATO USER</a:t>
            </a:r>
          </a:p>
        </p:txBody>
      </p:sp>
      <p:sp>
        <p:nvSpPr>
          <p:cNvPr id="1001" name="nodo service"/>
          <p:cNvSpPr/>
          <p:nvPr/>
        </p:nvSpPr>
        <p:spPr>
          <a:xfrm>
            <a:off x="41148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«Service»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IssueService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assegna e salva la issue;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conosce NotificaRepository</a:t>
            </a:r>
          </a:p>
        </p:txBody>
      </p:sp>
      <p:sp>
        <p:nvSpPr>
          <p:cNvPr id="1002" name="nodo evento"/>
          <p:cNvSpPr/>
          <p:nvPr/>
        </p:nvSpPr>
        <p:spPr>
          <a:xfrm>
            <a:off x="472100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«evento Spring»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IssueAssegnataEvent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porta issue, assegnatario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e destinatario</a:t>
            </a:r>
          </a:p>
        </p:txBody>
      </p:sp>
      <p:sp>
        <p:nvSpPr>
          <p:cNvPr id="1003" name="nodo listener"/>
          <p:cNvSpPr/>
          <p:nvPr/>
        </p:nvSpPr>
        <p:spPr>
          <a:xfrm>
            <a:off x="9030520" y="1850000"/>
            <a:ext cx="2750000" cy="1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«Listener»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NotificaListener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@EventListener: crea e salva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la Notifica (letta = false)</a:t>
            </a:r>
          </a:p>
        </p:txBody>
      </p:sp>
      <p:cxnSp>
        <p:nvCxnSpPr>
          <p:cNvPr id="1004" name="freccia publish"/>
          <p:cNvCxnSpPr/>
          <p:nvPr/>
        </p:nvCxnSpPr>
        <p:spPr>
          <a:xfrm>
            <a:off x="3161480" y="2425000"/>
            <a:ext cx="1559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5" name="label publish"/>
          <p:cNvSpPr txBox="1"/>
          <p:nvPr/>
        </p:nvSpPr>
        <p:spPr>
          <a:xfrm>
            <a:off x="3191240" y="2100000"/>
            <a:ext cx="15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① publishEvent</a:t>
            </a:r>
          </a:p>
        </p:txBody>
      </p:sp>
      <p:cxnSp>
        <p:nvCxnSpPr>
          <p:cNvPr id="1006" name="freccia listener"/>
          <p:cNvCxnSpPr/>
          <p:nvPr/>
        </p:nvCxnSpPr>
        <p:spPr>
          <a:xfrm>
            <a:off x="7471000" y="2425000"/>
            <a:ext cx="155952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7" name="label listener"/>
          <p:cNvSpPr txBox="1"/>
          <p:nvPr/>
        </p:nvSpPr>
        <p:spPr>
          <a:xfrm>
            <a:off x="7500760" y="2100000"/>
            <a:ext cx="15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② @EventListener</a:t>
            </a:r>
          </a:p>
        </p:txBody>
      </p:sp>
      <p:sp>
        <p:nvSpPr>
          <p:cNvPr id="1008" name="nodo dashboard user"/>
          <p:cNvSpPr/>
          <p:nvPr/>
        </p:nvSpPr>
        <p:spPr>
          <a:xfrm>
            <a:off x="411480" y="3300000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«SPA Vue.js»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Dashboard user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badge notifiche non lette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ricarica le issue solo quando serve</a:t>
            </a:r>
          </a:p>
        </p:txBody>
      </p:sp>
      <p:sp>
        <p:nvSpPr>
          <p:cNvPr id="1009" name="nodo notifica controller"/>
          <p:cNvSpPr/>
          <p:nvPr/>
        </p:nvSpPr>
        <p:spPr>
          <a:xfrm>
            <a:off x="8680520" y="3300000"/>
            <a:ext cx="31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«Spring Boot»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NotificaController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conteggio non lette per 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liste e dettagli solo a richiesta</a:t>
            </a:r>
          </a:p>
        </p:txBody>
      </p:sp>
      <p:cxnSp>
        <p:nvCxnSpPr>
          <p:cNvPr id="1010" name="freccia number"/>
          <p:cNvCxnSpPr/>
          <p:nvPr/>
        </p:nvCxnSpPr>
        <p:spPr>
          <a:xfrm>
            <a:off x="3511480" y="362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1" name="label number"/>
          <p:cNvSpPr txBox="1"/>
          <p:nvPr/>
        </p:nvSpPr>
        <p:spPr>
          <a:xfrm>
            <a:off x="3796000" y="333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③ ogni 5 s — GET /api/notifies/number</a:t>
            </a:r>
          </a:p>
        </p:txBody>
      </p:sp>
      <p:cxnSp>
        <p:nvCxnSpPr>
          <p:cNvPr id="1012" name="freccia badge"/>
          <p:cNvCxnSpPr/>
          <p:nvPr/>
        </p:nvCxnSpPr>
        <p:spPr>
          <a:xfrm>
            <a:off x="3511480" y="414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" name="label badge"/>
          <p:cNvSpPr txBox="1"/>
          <p:nvPr/>
        </p:nvSpPr>
        <p:spPr>
          <a:xfrm>
            <a:off x="3796000" y="385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④ contatore non lette → badge</a:t>
            </a:r>
          </a:p>
        </p:txBody>
      </p:sp>
      <p:cxnSp>
        <p:nvCxnSpPr>
          <p:cNvPr id="1014" name="freccia reload"/>
          <p:cNvCxnSpPr/>
          <p:nvPr/>
        </p:nvCxnSpPr>
        <p:spPr>
          <a:xfrm>
            <a:off x="3511480" y="4660000"/>
            <a:ext cx="5169040" cy="0"/>
          </a:xfrm>
          <a:prstGeom prst="straightConnector1">
            <a:avLst/>
          </a:prstGeom>
          <a:ln w="28575">
            <a:solidFill>
              <a:srgbClr val="B3116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5" name="label reload"/>
          <p:cNvSpPr txBox="1"/>
          <p:nvPr/>
        </p:nvSpPr>
        <p:spPr>
          <a:xfrm>
            <a:off x="3796000" y="4370000"/>
            <a:ext cx="4600000" cy="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⑤ se cresce: GET /api/issues/user · popup: GET /api/notifies/list</a:t>
            </a:r>
          </a:p>
        </p:txBody>
      </p:sp>
      <p:sp>
        <p:nvSpPr>
          <p:cNvPr id="1016" name="card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in due tempi?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generazione disaccoppiata (Observer, RF-04): chi assegna non sa chi notifica → SRP, dipendenze zero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consegna a costo minimo: un intero ogni 5 s · liste solo su variazione o richiesta · latenza ≤ 5 s accettata (niente push)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8638-4B48-043B-F925-ECC3F8D3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CC2882-66BA-C856-B971-DE789337C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QUALITÀ &amp; TESTING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5FA3C7-1A07-0B9F-59CE-7BDA50F333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Casi di test derivati sistematicamente</a:t>
            </a:r>
          </a:p>
        </p:txBody>
      </p:sp>
    </p:spTree>
    <p:extLst>
      <p:ext uri="{BB962C8B-B14F-4D97-AF65-F5344CB8AC3E}">
        <p14:creationId xmlns:p14="http://schemas.microsoft.com/office/powerpoint/2010/main" val="2385709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F4156-E1DD-CBE3-5381-BD069257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6ADF8FC-BC7E-FB6B-3D6D-A3AEAB449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STRATEGIA DI TESTING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F8C0B4CD-578B-FF66-52FE-A78A7F867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32229"/>
              </p:ext>
            </p:extLst>
          </p:nvPr>
        </p:nvGraphicFramePr>
        <p:xfrm>
          <a:off x="1280934" y="2186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6520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C3079-C55A-D03C-815D-1B209A63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F556232-2A21-A6DE-18D6-0E19CCE4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TESTING BLACKBOX</a:t>
            </a: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2" name="Segnaposto contenuto 2">
            <a:extLst>
              <a:ext uri="{FF2B5EF4-FFF2-40B4-BE49-F238E27FC236}">
                <a16:creationId xmlns:a16="http://schemas.microsoft.com/office/drawing/2014/main" id="{32292F64-B1B1-A3D8-E8A8-33B1E463F1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62895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0386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7C3E9-5D33-2752-0C18-A0741DB3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E24CA58-219D-3DC4-0DE8-1F1431FF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EBEBEB"/>
                </a:solidFill>
              </a:rPr>
              <a:t>TESTING WHITEBOX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F5A62A7-23CB-8476-1AB1-8E624BF8A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024370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5778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4612E-043C-CA87-8204-3E5367EF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11A8F1-3916-B392-7036-221D280CD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4C5CD1-F204-186C-471C-21981CE1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21768C91-F890-980A-63DF-A1A38199D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90C382FE-76AE-627D-D7F9-EAABCFBD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REPORT SONARQUBE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FA984-4347-637D-C2CE-4E525A589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9" name="Segnaposto contenuto 28">
            <a:extLst>
              <a:ext uri="{FF2B5EF4-FFF2-40B4-BE49-F238E27FC236}">
                <a16:creationId xmlns:a16="http://schemas.microsoft.com/office/drawing/2014/main" id="{5F825473-505D-8AAA-5CD9-56BEDF52E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4954" y="2747464"/>
            <a:ext cx="8825659" cy="312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34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44F35-8805-F6E7-DB30-8CB4B8A6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59544A-6CCA-0057-39BF-061917FAA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DEPLOYMENT &amp; CONFIG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75D72C0-E692-2A21-F765-A9CEFFA7C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Riproducibile, isolato, automatizzato</a:t>
            </a:r>
          </a:p>
        </p:txBody>
      </p:sp>
    </p:spTree>
    <p:extLst>
      <p:ext uri="{BB962C8B-B14F-4D97-AF65-F5344CB8AC3E}">
        <p14:creationId xmlns:p14="http://schemas.microsoft.com/office/powerpoint/2010/main" val="3223743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 DI SISTEMA</a:t>
            </a:r>
          </a:p>
        </p:txBody>
      </p:sp>
      <p:sp>
        <p:nvSpPr>
          <p:cNvPr id="1001" name="VPC"/>
          <p:cNvSpPr/>
          <p:nvPr/>
        </p:nvSpPr>
        <p:spPr>
          <a:xfrm>
            <a:off x="3182112" y="1993392"/>
            <a:ext cx="8339327" cy="2670048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3B3059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002" name="label VPC"/>
          <p:cNvSpPr txBox="1"/>
          <p:nvPr/>
        </p:nvSpPr>
        <p:spPr>
          <a:xfrm>
            <a:off x="3310128" y="470001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vert="horz" lIns="36000" tIns="21600" rIns="36000" bIns="21600" rtlCol="0" anchor="t">
            <a:normAutofit/>
          </a:bodyPr>
          <a:lstStyle/>
          <a:p>
            <a:pPr algn="ctr"/>
            <a:r>
              <a:rPr lang="it-IT" sz="950" i="1" dirty="0">
                <a:solidFill>
                  <a:srgbClr val="3B3059"/>
                </a:solidFill>
              </a:rPr>
              <a:t>Google Cloud Platform — VPC · rete privata · ogni confine presidiato dal firewall</a:t>
            </a:r>
          </a:p>
        </p:txBody>
      </p:sp>
      <p:sp>
        <p:nvSpPr>
          <p:cNvPr id="1003" name="nodo Dispositivo utente"/>
          <p:cNvSpPr/>
          <p:nvPr/>
        </p:nvSpPr>
        <p:spPr>
          <a:xfrm>
            <a:off x="41148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«device»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Dispositivo utente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Browser web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SPA Vue.js in esecuzione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unico punto di contatto: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l’IP pubblico del frontend</a:t>
            </a:r>
          </a:p>
        </p:txBody>
      </p:sp>
      <p:sp>
        <p:nvSpPr>
          <p:cNvPr id="1004" name="nodo VM Frontend"/>
          <p:cNvSpPr/>
          <p:nvPr/>
        </p:nvSpPr>
        <p:spPr>
          <a:xfrm>
            <a:off x="333756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«execution environment»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VM Frontend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GCP Compute Engine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Docker: Nginx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IP pubblico statico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asset SPA + reverse proxy /api/</a:t>
            </a:r>
          </a:p>
        </p:txBody>
      </p:sp>
      <p:sp>
        <p:nvSpPr>
          <p:cNvPr id="1005" name="nodo VM Backend"/>
          <p:cNvSpPr/>
          <p:nvPr/>
        </p:nvSpPr>
        <p:spPr>
          <a:xfrm>
            <a:off x="626364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«execution environment»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VM Backend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GCP Compute Engine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Docker: Spring Boot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solo IP privato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non raggiungibile da internet</a:t>
            </a:r>
          </a:p>
        </p:txBody>
      </p:sp>
      <p:sp>
        <p:nvSpPr>
          <p:cNvPr id="1006" name="nodo Server Database"/>
          <p:cNvSpPr/>
          <p:nvPr/>
        </p:nvSpPr>
        <p:spPr>
          <a:xfrm>
            <a:off x="9189720" y="2395728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31166"/>
            </a:solidFill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900" i="1" dirty="0">
                <a:solidFill>
                  <a:srgbClr val="6B6B78"/>
                </a:solidFill>
              </a:rPr>
              <a:t>«database»</a:t>
            </a:r>
          </a:p>
          <a:p>
            <a:pPr algn="ctr"/>
            <a:r>
              <a:rPr lang="it-IT" sz="1250" b="1" dirty="0">
                <a:solidFill>
                  <a:srgbClr val="3B3059"/>
                </a:solidFill>
              </a:rPr>
              <a:t>Server Database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PostgreSQL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IP interno 10.128.0.0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accetta connessioni</a:t>
            </a:r>
          </a:p>
          <a:p>
            <a:pPr algn="ctr"/>
            <a:r>
              <a:rPr lang="it-IT" sz="950" dirty="0">
                <a:solidFill>
                  <a:srgbClr val="1A1A1A"/>
                </a:solidFill>
              </a:rPr>
              <a:t>solo dall’IP del backend</a:t>
            </a:r>
          </a:p>
        </p:txBody>
      </p:sp>
      <p:cxnSp>
        <p:nvCxnSpPr>
          <p:cNvPr id="1007" name="freccia1"/>
          <p:cNvCxnSpPr/>
          <p:nvPr/>
        </p:nvCxnSpPr>
        <p:spPr>
          <a:xfrm>
            <a:off x="2560320" y="3332988"/>
            <a:ext cx="777239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freccia2"/>
          <p:cNvCxnSpPr/>
          <p:nvPr/>
        </p:nvCxnSpPr>
        <p:spPr>
          <a:xfrm>
            <a:off x="5486400" y="3332988"/>
            <a:ext cx="777239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" name="freccia3"/>
          <p:cNvCxnSpPr/>
          <p:nvPr/>
        </p:nvCxnSpPr>
        <p:spPr>
          <a:xfrm>
            <a:off x="8412480" y="3332988"/>
            <a:ext cx="777240" cy="0"/>
          </a:xfrm>
          <a:prstGeom prst="straightConnector1">
            <a:avLst/>
          </a:prstGeom>
          <a:ln w="28575">
            <a:solidFill>
              <a:srgbClr val="B311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0" name="label HTTP :80"/>
          <p:cNvSpPr txBox="1"/>
          <p:nvPr/>
        </p:nvSpPr>
        <p:spPr>
          <a:xfrm>
            <a:off x="2290572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HTTP :80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internet → firewall</a:t>
            </a:r>
          </a:p>
        </p:txBody>
      </p:sp>
      <p:sp>
        <p:nvSpPr>
          <p:cNvPr id="1011" name="label HTTP :8080"/>
          <p:cNvSpPr txBox="1"/>
          <p:nvPr/>
        </p:nvSpPr>
        <p:spPr>
          <a:xfrm>
            <a:off x="5216652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HTTP :8080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reverse proxy interno</a:t>
            </a:r>
          </a:p>
        </p:txBody>
      </p:sp>
      <p:sp>
        <p:nvSpPr>
          <p:cNvPr id="1012" name="label JDBC :5432"/>
          <p:cNvSpPr txBox="1"/>
          <p:nvPr/>
        </p:nvSpPr>
        <p:spPr>
          <a:xfrm>
            <a:off x="8142731" y="2766060"/>
            <a:ext cx="1316736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000" b="1" dirty="0">
                <a:solidFill>
                  <a:srgbClr val="B31166"/>
                </a:solidFill>
              </a:rPr>
              <a:t>JDBC :5432</a:t>
            </a:r>
          </a:p>
          <a:p>
            <a:pPr algn="ctr"/>
            <a:r>
              <a:rPr lang="it-IT" sz="800" dirty="0">
                <a:solidFill>
                  <a:srgbClr val="3B3059"/>
                </a:solidFill>
              </a:rPr>
              <a:t>via IP interno</a:t>
            </a:r>
          </a:p>
        </p:txBody>
      </p:sp>
      <p:sp>
        <p:nvSpPr>
          <p:cNvPr id="1013" name="card motivi"/>
          <p:cNvSpPr/>
          <p:nvPr/>
        </p:nvSpPr>
        <p:spPr>
          <a:xfrm>
            <a:off x="411480" y="5138928"/>
            <a:ext cx="113659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vert="horz" lIns="36000" tIns="21600" rIns="36000" bIns="21600" rtlCol="0" anchor="ctr">
            <a:normAutofit/>
          </a:bodyPr>
          <a:lstStyle/>
          <a:p>
            <a:pPr algn="ctr"/>
            <a:r>
              <a:rPr lang="it-IT" sz="1200" b="1" dirty="0">
                <a:solidFill>
                  <a:srgbClr val="B31166"/>
                </a:solidFill>
              </a:rPr>
              <a:t>Perché tre nodi separati?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isolamento dei guasti  ·  scaling indipendente per profilo di carico (asset statici / CPU-bound / I/O-bound)</a:t>
            </a:r>
          </a:p>
          <a:p>
            <a:pPr algn="ctr"/>
            <a:r>
              <a:rPr lang="it-IT" sz="1050" dirty="0">
                <a:solidFill>
                  <a:srgbClr val="1A1A1A"/>
                </a:solidFill>
              </a:rPr>
              <a:t>defense in depth: solo il frontend è esposto  ·  rilasci indipendenti (due job di deploy)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C12FD-CF42-BCE4-B707-F73557CF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A70FE8-FF52-914A-5F62-A860755A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FC40B0-4C7B-313C-D79A-7ED13B611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126E255-E128-E010-601C-FB8AC46608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0D947EF-95F1-719A-D609-28600126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DEPLOYMENT DIAGRAM</a:t>
            </a:r>
            <a:endParaRPr lang="it-IT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E956DB-716B-A833-0FA6-1664C66BA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E9BF9831-2302-AB47-AA26-F5BEBBD0D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000" y="2592912"/>
            <a:ext cx="7392000" cy="23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95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5D771-055A-27E3-9BA3-6D6C7AA9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3C407762-67C9-04B2-61F2-5F3B3A0E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CONTAINERIZZAZIONE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CE4F19C7-C0A7-2486-3E35-64D5D50FC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613932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053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351A2-CD3E-8005-8BB9-6B635197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61963586-EF5F-08C9-F447-E75DAC56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AUTOMATIZZAZIONE DEPLOYMENT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1" name="Segnaposto contenuto 2">
            <a:extLst>
              <a:ext uri="{FF2B5EF4-FFF2-40B4-BE49-F238E27FC236}">
                <a16:creationId xmlns:a16="http://schemas.microsoft.com/office/drawing/2014/main" id="{9F732B84-47E3-DB46-24B9-2137FA9B9B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767339"/>
              </p:ext>
            </p:extLst>
          </p:nvPr>
        </p:nvGraphicFramePr>
        <p:xfrm>
          <a:off x="1286934" y="2324100"/>
          <a:ext cx="6019383" cy="3554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" name="Immagine 40">
            <a:extLst>
              <a:ext uri="{FF2B5EF4-FFF2-40B4-BE49-F238E27FC236}">
                <a16:creationId xmlns:a16="http://schemas.microsoft.com/office/drawing/2014/main" id="{B801C427-3F1A-9770-127E-CD874732BB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8500" y="2658000"/>
            <a:ext cx="3957000" cy="26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72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7C5B-7ADA-4085-F66D-00735547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1F8D2B-3953-A014-C457-B6A5357B87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CHIUSURA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667B03-60AB-13B6-1752-E9E6C6EE3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Cosa difendiamo e cosa rifaremmo</a:t>
            </a:r>
          </a:p>
        </p:txBody>
      </p:sp>
    </p:spTree>
    <p:extLst>
      <p:ext uri="{BB962C8B-B14F-4D97-AF65-F5344CB8AC3E}">
        <p14:creationId xmlns:p14="http://schemas.microsoft.com/office/powerpoint/2010/main" val="733020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94E39-B68C-2866-27EE-CB96A315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5776CCE-9D6D-E15B-2551-3F5C0503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it-IT" sz="2500">
                <a:solidFill>
                  <a:srgbClr val="EBEBEB"/>
                </a:solidFill>
              </a:rPr>
              <a:t>CONFIGURATION MANAGEMENT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AFE3CD1E-07C8-DF7D-B1A9-49288CF41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6467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6586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A9539-D8CA-2743-80BF-4859C44B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373FA82-A5FF-47B4-1A02-57EAC7F0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it-IT" sz="3200">
                <a:solidFill>
                  <a:srgbClr val="EBEBEB"/>
                </a:solidFill>
              </a:rPr>
              <a:t>RETROSPETTIVA E SINTESI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B84C7D-7E7B-075A-3396-FEE507320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vert="horz" lIns="91440" tIns="45720" rIns="91440" bIns="45720" rtlCol="0" anchor="ctr">
            <a:normAutofit fontScale="95000"/>
          </a:bodyPr>
          <a:lstStyle/>
          <a:p>
            <a:pPr>
              <a:lnSpc>
                <a:spcPct val="90000"/>
              </a:lnSpc>
            </a:pPr>
            <a:r>
              <a:rPr lang="it-IT" sz="1700" b="1"/>
              <a:t>Le decisioni che difendiamo: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processo ibrido guidato dal profilo di rischio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topologia a 3 nodi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concorrenza ottimistica end-to-end: @Version → 409 → </a:t>
            </a:r>
            <a:r>
              <a:rPr lang="it-IT" sz="1700" dirty="0" err="1"/>
              <a:t>retry</a:t>
            </a:r>
            <a:r>
              <a:rPr lang="it-IT" sz="1700" dirty="0"/>
              <a:t> lato client (RNF-02)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testing sistematico: classi di equivalenza + </a:t>
            </a:r>
            <a:r>
              <a:rPr lang="it-IT" sz="1700" dirty="0" err="1"/>
              <a:t>condition</a:t>
            </a:r>
            <a:r>
              <a:rPr lang="it-IT" sz="1700" dirty="0"/>
              <a:t> coverage</a:t>
            </a:r>
          </a:p>
          <a:p>
            <a:pPr>
              <a:lnSpc>
                <a:spcPct val="90000"/>
              </a:lnSpc>
            </a:pPr>
            <a:r>
              <a:rPr lang="it-IT" sz="1700" b="1"/>
              <a:t>Cosa ha funzionato:</a:t>
            </a:r>
            <a:r>
              <a:rPr lang="it-IT" sz="1700"/>
              <a:t> il contratto REST stabile ha reso il lavoro davvero parallelo in un team di 2</a:t>
            </a:r>
          </a:p>
          <a:p>
            <a:pPr>
              <a:lnSpc>
                <a:spcPct val="90000"/>
              </a:lnSpc>
            </a:pPr>
            <a:r>
              <a:rPr lang="it-IT" sz="1700" b="1"/>
              <a:t>Trade-off tecnici riconosciuti: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polling delta (5 s): costo costante, zero </a:t>
            </a:r>
            <a:r>
              <a:rPr lang="it-IT" sz="1700" dirty="0" err="1"/>
              <a:t>push</a:t>
            </a:r>
            <a:r>
              <a:rPr lang="it-IT" sz="1700" dirty="0"/>
              <a:t> — ma aggiornamento mai istantaneo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reverse proxy: zero CORS, BE mai esposto — ma l’hop domina la latenza misurata</a:t>
            </a:r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 dirty="0"/>
              <a:t>ripristino (RTO 15 min) al posto della ridondanza: né repliche né load </a:t>
            </a:r>
            <a:r>
              <a:rPr lang="it-IT" sz="1700" dirty="0" err="1"/>
              <a:t>balancer</a:t>
            </a:r>
            <a:endParaRPr lang="it-IT" sz="1700" dirty="0"/>
          </a:p>
          <a:p>
            <a:pPr lvl="1">
              <a:lnSpc>
                <a:spcPct val="90000"/>
              </a:lnSpc>
              <a:buFont typeface="Courier New" charset="2"/>
              <a:buChar char="o"/>
            </a:pPr>
            <a:r>
              <a:rPr lang="it-IT" sz="1700"/>
              <a:t>stato tutto nel DB: nodi effimeri — ma persistenza su un solo nodo (RPO 24 h)</a:t>
            </a:r>
          </a:p>
        </p:txBody>
      </p:sp>
    </p:spTree>
    <p:extLst>
      <p:ext uri="{BB962C8B-B14F-4D97-AF65-F5344CB8AC3E}">
        <p14:creationId xmlns:p14="http://schemas.microsoft.com/office/powerpoint/2010/main" val="757006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0" baseType="lpstr">
      <vt:lpstr>Ion Boardroom</vt:lpstr>
      <vt:lpstr>BUGBOARD 2026</vt:lpstr>
      <vt:lpstr>PROBLEMA E DOMINIO</vt:lpstr>
      <vt:lpstr>STACK TECNOLOGICO</vt:lpstr>
      <vt:lpstr>PROCESSO</vt:lpstr>
      <vt:lpstr>PROCESSO DI SVILUPPO</vt:lpstr>
      <vt:lpstr>REQUISITI</vt:lpstr>
      <vt:lpstr>REQUISITI</vt:lpstr>
      <vt:lpstr>ARCHITETTURA &amp; DESIGN</vt:lpstr>
      <vt:lpstr>VISTA D'INSIEME</vt:lpstr>
      <vt:lpstr>LAYERING BACKEND</vt:lpstr>
      <vt:lpstr>MODELLO DI DOMINIO</vt:lpstr>
      <vt:lpstr>DESIGN PATTERN &amp; SOLID PRINCIPLES</vt:lpstr>
      <vt:lpstr>API REST</vt:lpstr>
      <vt:lpstr>LOGIN E SESSIONE</vt:lpstr>
      <vt:lpstr>DASHBOARD ADMIN — POLLING DELTA</vt:lpstr>
      <vt:lpstr>NOTIFICHE LATO USER</vt:lpstr>
      <vt:lpstr>QUALITÀ &amp; TESTING</vt:lpstr>
      <vt:lpstr>STRATEGIA DI TESTING</vt:lpstr>
      <vt:lpstr>TESTING BLACKBOX</vt:lpstr>
      <vt:lpstr>TESTING WHITEBOX</vt:lpstr>
      <vt:lpstr>REPORT SONARQUBE</vt:lpstr>
      <vt:lpstr>DEPLOYMENT &amp; CONFIG</vt:lpstr>
      <vt:lpstr>ARCHITETTURA DI SISTEMA</vt:lpstr>
      <vt:lpstr>DEPLOYMENT DIAGRAM</vt:lpstr>
      <vt:lpstr>CONTAINERIZZAZIONE</vt:lpstr>
      <vt:lpstr>AUTOMATIZZAZIONE DEPLOYMENT</vt:lpstr>
      <vt:lpstr>CHIUSURA</vt:lpstr>
      <vt:lpstr>CONFIGURATION MANAGEMENT</vt:lpstr>
      <vt:lpstr>RETROSPETTIVA E SINTESI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326</cp:revision>
  <dcterms:created xsi:type="dcterms:W3CDTF">2026-07-01T16:45:15Z</dcterms:created>
  <dcterms:modified xsi:type="dcterms:W3CDTF">2026-07-17T14:55:24Z</dcterms:modified>
</cp:coreProperties>
</file>